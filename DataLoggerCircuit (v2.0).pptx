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7" r:id="rId3"/>
  </p:sldIdLst>
  <p:sldSz cx="9906000" cy="6858000" type="A4"/>
  <p:notesSz cx="14663738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0" d="100"/>
          <a:sy n="120" d="100"/>
        </p:scale>
        <p:origin x="192" y="-4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2E966-03D5-4873-9FD2-DF5D86A3364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99E94-66FA-46F1-A0A4-6167146F4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07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2E966-03D5-4873-9FD2-DF5D86A3364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99E94-66FA-46F1-A0A4-6167146F4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380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2E966-03D5-4873-9FD2-DF5D86A3364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99E94-66FA-46F1-A0A4-6167146F4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92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2E966-03D5-4873-9FD2-DF5D86A3364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99E94-66FA-46F1-A0A4-6167146F4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116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2E966-03D5-4873-9FD2-DF5D86A3364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99E94-66FA-46F1-A0A4-6167146F4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99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2E966-03D5-4873-9FD2-DF5D86A3364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99E94-66FA-46F1-A0A4-6167146F4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88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2E966-03D5-4873-9FD2-DF5D86A3364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99E94-66FA-46F1-A0A4-6167146F4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7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2E966-03D5-4873-9FD2-DF5D86A3364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99E94-66FA-46F1-A0A4-6167146F4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16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2E966-03D5-4873-9FD2-DF5D86A3364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99E94-66FA-46F1-A0A4-6167146F4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459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2E966-03D5-4873-9FD2-DF5D86A3364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99E94-66FA-46F1-A0A4-6167146F4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511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2E966-03D5-4873-9FD2-DF5D86A3364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99E94-66FA-46F1-A0A4-6167146F4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92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2E966-03D5-4873-9FD2-DF5D86A3364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99E94-66FA-46F1-A0A4-6167146F4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83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FB4EB3-E6E4-8C9B-6094-F30B25C12EF7}"/>
              </a:ext>
            </a:extLst>
          </p:cNvPr>
          <p:cNvSpPr txBox="1"/>
          <p:nvPr/>
        </p:nvSpPr>
        <p:spPr>
          <a:xfrm>
            <a:off x="3337669" y="2573827"/>
            <a:ext cx="519673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DATA LOGGER CIRCUIT</a:t>
            </a:r>
          </a:p>
          <a:p>
            <a:r>
              <a:rPr lang="en-US" sz="2800" dirty="0"/>
              <a:t>V2.0</a:t>
            </a:r>
          </a:p>
        </p:txBody>
      </p:sp>
    </p:spTree>
    <p:extLst>
      <p:ext uri="{BB962C8B-B14F-4D97-AF65-F5344CB8AC3E}">
        <p14:creationId xmlns:p14="http://schemas.microsoft.com/office/powerpoint/2010/main" val="816489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9C624F5-7E37-155F-4469-2704E5207486}"/>
              </a:ext>
            </a:extLst>
          </p:cNvPr>
          <p:cNvGrpSpPr/>
          <p:nvPr/>
        </p:nvGrpSpPr>
        <p:grpSpPr>
          <a:xfrm>
            <a:off x="6667500" y="647700"/>
            <a:ext cx="2617800" cy="902795"/>
            <a:chOff x="25870169" y="2667000"/>
            <a:chExt cx="9349284" cy="322427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230DC58-A495-4444-073E-7720922E5E19}"/>
                </a:ext>
              </a:extLst>
            </p:cNvPr>
            <p:cNvGrpSpPr/>
            <p:nvPr/>
          </p:nvGrpSpPr>
          <p:grpSpPr>
            <a:xfrm>
              <a:off x="25870169" y="3743903"/>
              <a:ext cx="9349284" cy="2147369"/>
              <a:chOff x="25870169" y="3743903"/>
              <a:chExt cx="9349284" cy="2147369"/>
            </a:xfrm>
          </p:grpSpPr>
          <p:grpSp>
            <p:nvGrpSpPr>
              <p:cNvPr id="316" name="Group 315">
                <a:extLst>
                  <a:ext uri="{FF2B5EF4-FFF2-40B4-BE49-F238E27FC236}">
                    <a16:creationId xmlns:a16="http://schemas.microsoft.com/office/drawing/2014/main" id="{1E4B21BA-ABB4-7F5C-4D2C-4C484AB57B5D}"/>
                  </a:ext>
                </a:extLst>
              </p:cNvPr>
              <p:cNvGrpSpPr/>
              <p:nvPr/>
            </p:nvGrpSpPr>
            <p:grpSpPr>
              <a:xfrm>
                <a:off x="28203772" y="3812334"/>
                <a:ext cx="3494977" cy="1891092"/>
                <a:chOff x="1843307" y="647021"/>
                <a:chExt cx="1569545" cy="1103710"/>
              </a:xfrm>
            </p:grpSpPr>
            <p:pic>
              <p:nvPicPr>
                <p:cNvPr id="312" name="Picture 311">
                  <a:extLst>
                    <a:ext uri="{FF2B5EF4-FFF2-40B4-BE49-F238E27FC236}">
                      <a16:creationId xmlns:a16="http://schemas.microsoft.com/office/drawing/2014/main" id="{74593860-9A3E-49F0-69CE-D5DF65B56D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917707" y="694490"/>
                  <a:ext cx="1446129" cy="1056241"/>
                </a:xfrm>
                <a:prstGeom prst="rect">
                  <a:avLst/>
                </a:prstGeom>
              </p:spPr>
            </p:pic>
            <p:sp>
              <p:nvSpPr>
                <p:cNvPr id="314" name="Rectangle 313">
                  <a:extLst>
                    <a:ext uri="{FF2B5EF4-FFF2-40B4-BE49-F238E27FC236}">
                      <a16:creationId xmlns:a16="http://schemas.microsoft.com/office/drawing/2014/main" id="{D173C550-8077-28E7-3693-18C7077722BE}"/>
                    </a:ext>
                  </a:extLst>
                </p:cNvPr>
                <p:cNvSpPr/>
                <p:nvPr/>
              </p:nvSpPr>
              <p:spPr>
                <a:xfrm>
                  <a:off x="1843307" y="647021"/>
                  <a:ext cx="1569545" cy="110125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99"/>
                </a:p>
              </p:txBody>
            </p:sp>
          </p:grpSp>
          <p:cxnSp>
            <p:nvCxnSpPr>
              <p:cNvPr id="318" name="Straight Connector 317">
                <a:extLst>
                  <a:ext uri="{FF2B5EF4-FFF2-40B4-BE49-F238E27FC236}">
                    <a16:creationId xmlns:a16="http://schemas.microsoft.com/office/drawing/2014/main" id="{54500559-FA47-FCEF-4143-05DF237053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349409" y="5016863"/>
                <a:ext cx="1866457" cy="0"/>
              </a:xfrm>
              <a:prstGeom prst="line">
                <a:avLst/>
              </a:prstGeom>
              <a:ln w="158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Straight Connector 318">
                <a:extLst>
                  <a:ext uri="{FF2B5EF4-FFF2-40B4-BE49-F238E27FC236}">
                    <a16:creationId xmlns:a16="http://schemas.microsoft.com/office/drawing/2014/main" id="{85CD73AC-9366-7DCB-D604-906EC149E1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349409" y="4710980"/>
                <a:ext cx="1866457" cy="0"/>
              </a:xfrm>
              <a:prstGeom prst="line">
                <a:avLst/>
              </a:prstGeom>
              <a:ln w="158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4F1D4CB7-A7F4-FD1F-32B9-38FB71004DF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349409" y="4419600"/>
                <a:ext cx="1866457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D3BC454D-8D7C-6728-6B3F-01CF28C9A4B3}"/>
                  </a:ext>
                </a:extLst>
              </p:cNvPr>
              <p:cNvSpPr txBox="1"/>
              <p:nvPr/>
            </p:nvSpPr>
            <p:spPr>
              <a:xfrm>
                <a:off x="25897030" y="4879796"/>
                <a:ext cx="417928" cy="27365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498" dirty="0">
                    <a:solidFill>
                      <a:srgbClr val="FF0000"/>
                    </a:solidFill>
                  </a:rPr>
                  <a:t>3.3V</a:t>
                </a:r>
              </a:p>
            </p:txBody>
          </p:sp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D87CA839-C396-A422-7B76-518CD8B1896D}"/>
                  </a:ext>
                </a:extLst>
              </p:cNvPr>
              <p:cNvSpPr txBox="1"/>
              <p:nvPr/>
            </p:nvSpPr>
            <p:spPr>
              <a:xfrm>
                <a:off x="25960605" y="4515189"/>
                <a:ext cx="246179" cy="27365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498" dirty="0">
                    <a:solidFill>
                      <a:srgbClr val="FF0000"/>
                    </a:solidFill>
                  </a:rPr>
                  <a:t>5V</a:t>
                </a:r>
              </a:p>
            </p:txBody>
          </p:sp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8E4EEC97-73B9-707F-3348-C7EB0BD0FF85}"/>
                  </a:ext>
                </a:extLst>
              </p:cNvPr>
              <p:cNvSpPr txBox="1"/>
              <p:nvPr/>
            </p:nvSpPr>
            <p:spPr>
              <a:xfrm>
                <a:off x="25870169" y="4220632"/>
                <a:ext cx="435100" cy="27365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498" b="1" dirty="0"/>
                  <a:t>GND</a:t>
                </a:r>
              </a:p>
            </p:txBody>
          </p: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4A10DEAD-0F69-2133-C70C-3B621D3A86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677195" y="4462785"/>
                <a:ext cx="1866457" cy="0"/>
              </a:xfrm>
              <a:prstGeom prst="line">
                <a:avLst/>
              </a:prstGeom>
              <a:ln w="158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5D238E1C-1334-E4DC-6EC6-51CD566A8AED}"/>
                  </a:ext>
                </a:extLst>
              </p:cNvPr>
              <p:cNvSpPr txBox="1"/>
              <p:nvPr/>
            </p:nvSpPr>
            <p:spPr>
              <a:xfrm>
                <a:off x="31874164" y="4062725"/>
                <a:ext cx="143129" cy="343043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624" b="1" dirty="0">
                    <a:solidFill>
                      <a:srgbClr val="FF0000"/>
                    </a:solidFill>
                  </a:rPr>
                  <a:t>+</a:t>
                </a:r>
              </a:p>
            </p:txBody>
          </p:sp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713A4240-7438-CE31-3810-31D0427FA9E6}"/>
                  </a:ext>
                </a:extLst>
              </p:cNvPr>
              <p:cNvSpPr txBox="1"/>
              <p:nvPr/>
            </p:nvSpPr>
            <p:spPr>
              <a:xfrm>
                <a:off x="31894996" y="4674164"/>
                <a:ext cx="120229" cy="480443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874" b="1" dirty="0"/>
                  <a:t>-</a:t>
                </a:r>
              </a:p>
            </p:txBody>
          </p:sp>
          <p:sp>
            <p:nvSpPr>
              <p:cNvPr id="331" name="Rectangle 330">
                <a:extLst>
                  <a:ext uri="{FF2B5EF4-FFF2-40B4-BE49-F238E27FC236}">
                    <a16:creationId xmlns:a16="http://schemas.microsoft.com/office/drawing/2014/main" id="{1B355882-6B87-D2ED-31AA-06ADB17661EF}"/>
                  </a:ext>
                </a:extLst>
              </p:cNvPr>
              <p:cNvSpPr/>
              <p:nvPr/>
            </p:nvSpPr>
            <p:spPr>
              <a:xfrm>
                <a:off x="33572269" y="3743903"/>
                <a:ext cx="1647184" cy="214736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561" dirty="0">
                    <a:solidFill>
                      <a:schemeClr val="tx1"/>
                    </a:solidFill>
                  </a:rPr>
                  <a:t>Board Connector for input voltage 9-12V</a:t>
                </a:r>
              </a:p>
            </p:txBody>
          </p:sp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9FCA14DB-B0BD-684C-64FF-6D670B3318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687326" y="5080764"/>
                <a:ext cx="1866457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BDE2F39A-2141-77ED-EEC0-B09CA72E6A05}"/>
                </a:ext>
              </a:extLst>
            </p:cNvPr>
            <p:cNvSpPr txBox="1"/>
            <p:nvPr/>
          </p:nvSpPr>
          <p:spPr>
            <a:xfrm>
              <a:off x="28412283" y="2667000"/>
              <a:ext cx="2887035" cy="15627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61" b="1" dirty="0"/>
                <a:t>POWER SUPPLY FOR </a:t>
              </a:r>
            </a:p>
            <a:p>
              <a:r>
                <a:rPr lang="en-US" sz="561" b="1" dirty="0"/>
                <a:t>MB102 BREADBOARD </a:t>
              </a:r>
            </a:p>
            <a:p>
              <a:r>
                <a:rPr lang="en-US" sz="561" b="1" dirty="0"/>
                <a:t>3.3V/5V MODULE</a:t>
              </a:r>
              <a:endParaRPr lang="en-US" sz="561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4DC8B52-A937-843F-95B7-47341D7C1699}"/>
              </a:ext>
            </a:extLst>
          </p:cNvPr>
          <p:cNvGrpSpPr/>
          <p:nvPr/>
        </p:nvGrpSpPr>
        <p:grpSpPr>
          <a:xfrm>
            <a:off x="4178914" y="895795"/>
            <a:ext cx="4188794" cy="4288584"/>
            <a:chOff x="5295891" y="2306200"/>
            <a:chExt cx="4188794" cy="4288583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52725BBA-CC69-268D-A193-B814EEE1EC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23622" y="2441849"/>
              <a:ext cx="4276" cy="551970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2C163CF-58F1-A197-C0A4-F7E7A7EF9949}"/>
                </a:ext>
              </a:extLst>
            </p:cNvPr>
            <p:cNvCxnSpPr>
              <a:cxnSpLocks/>
            </p:cNvCxnSpPr>
            <p:nvPr/>
          </p:nvCxnSpPr>
          <p:spPr>
            <a:xfrm>
              <a:off x="6194288" y="2392549"/>
              <a:ext cx="0" cy="601269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A9F1540-865D-A1CF-706E-1142F23DC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5742864" y="2597444"/>
              <a:ext cx="521216" cy="1313969"/>
            </a:xfrm>
            <a:prstGeom prst="rect">
              <a:avLst/>
            </a:prstGeom>
          </p:spPr>
        </p:pic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E39E898-043C-EB13-AA2A-543B2362FF56}"/>
                </a:ext>
              </a:extLst>
            </p:cNvPr>
            <p:cNvCxnSpPr>
              <a:cxnSpLocks/>
            </p:cNvCxnSpPr>
            <p:nvPr/>
          </p:nvCxnSpPr>
          <p:spPr>
            <a:xfrm>
              <a:off x="6271090" y="2571035"/>
              <a:ext cx="0" cy="422786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14A6A82-FB60-B47D-324A-25132B247CFF}"/>
                </a:ext>
              </a:extLst>
            </p:cNvPr>
            <p:cNvSpPr txBox="1"/>
            <p:nvPr/>
          </p:nvSpPr>
          <p:spPr>
            <a:xfrm>
              <a:off x="6236608" y="2891289"/>
              <a:ext cx="68930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A0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674CA53-B202-D10E-9EB6-3801EACBDA8A}"/>
                </a:ext>
              </a:extLst>
            </p:cNvPr>
            <p:cNvSpPr txBox="1"/>
            <p:nvPr/>
          </p:nvSpPr>
          <p:spPr>
            <a:xfrm>
              <a:off x="6207371" y="2472362"/>
              <a:ext cx="115416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Ch.1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622BE02-22A7-F1B6-F47C-F9F9C365C5DC}"/>
                </a:ext>
              </a:extLst>
            </p:cNvPr>
            <p:cNvSpPr txBox="1"/>
            <p:nvPr/>
          </p:nvSpPr>
          <p:spPr>
            <a:xfrm>
              <a:off x="5783748" y="2878442"/>
              <a:ext cx="68930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A7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4AE4B95-AE38-564E-6C8C-B998410AADFE}"/>
                </a:ext>
              </a:extLst>
            </p:cNvPr>
            <p:cNvSpPr txBox="1"/>
            <p:nvPr/>
          </p:nvSpPr>
          <p:spPr>
            <a:xfrm>
              <a:off x="5780627" y="2355388"/>
              <a:ext cx="115416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Ch.2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17BC1233-241C-275E-93D0-73070D06A88C}"/>
                </a:ext>
              </a:extLst>
            </p:cNvPr>
            <p:cNvGrpSpPr/>
            <p:nvPr/>
          </p:nvGrpSpPr>
          <p:grpSpPr>
            <a:xfrm>
              <a:off x="6197916" y="3526267"/>
              <a:ext cx="115416" cy="447981"/>
              <a:chOff x="5308061" y="3163361"/>
              <a:chExt cx="143242" cy="555988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33AB5B2A-A00F-01EE-98E5-D038CE90CD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4153" y="3163361"/>
                <a:ext cx="0" cy="418039"/>
              </a:xfrm>
              <a:prstGeom prst="line">
                <a:avLst/>
              </a:prstGeom>
              <a:ln w="15875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D530B5E-E73E-6C22-F2CD-3F6E9BBEE03E}"/>
                  </a:ext>
                </a:extLst>
              </p:cNvPr>
              <p:cNvSpPr txBox="1"/>
              <p:nvPr/>
            </p:nvSpPr>
            <p:spPr>
              <a:xfrm>
                <a:off x="5339813" y="3228698"/>
                <a:ext cx="83558" cy="95098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498" dirty="0"/>
                  <a:t>B7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FB79B64-2D1A-3A40-5115-9D2AEFC87FED}"/>
                  </a:ext>
                </a:extLst>
              </p:cNvPr>
              <p:cNvSpPr txBox="1"/>
              <p:nvPr/>
            </p:nvSpPr>
            <p:spPr>
              <a:xfrm>
                <a:off x="5308061" y="3624251"/>
                <a:ext cx="143242" cy="95098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498" dirty="0"/>
                  <a:t>Ch.3</a:t>
                </a:r>
              </a:p>
            </p:txBody>
          </p: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6C7FEF9-744D-9612-6C27-25819193B1A0}"/>
                </a:ext>
              </a:extLst>
            </p:cNvPr>
            <p:cNvSpPr txBox="1"/>
            <p:nvPr/>
          </p:nvSpPr>
          <p:spPr>
            <a:xfrm>
              <a:off x="6163727" y="2893921"/>
              <a:ext cx="68930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A1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009A7D9-D35D-DB5E-5A9A-039AE5600954}"/>
                </a:ext>
              </a:extLst>
            </p:cNvPr>
            <p:cNvSpPr txBox="1"/>
            <p:nvPr/>
          </p:nvSpPr>
          <p:spPr>
            <a:xfrm>
              <a:off x="6146054" y="2306200"/>
              <a:ext cx="115416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Ch.4</a:t>
              </a: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4356188D-EFB0-8ACC-4FDE-96388FF792C7}"/>
                </a:ext>
              </a:extLst>
            </p:cNvPr>
            <p:cNvGrpSpPr/>
            <p:nvPr/>
          </p:nvGrpSpPr>
          <p:grpSpPr>
            <a:xfrm>
              <a:off x="5589688" y="3492186"/>
              <a:ext cx="115416" cy="456873"/>
              <a:chOff x="5302208" y="3163361"/>
              <a:chExt cx="143242" cy="567024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DBEFCCA8-6B0D-E582-AC49-4386777579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4153" y="3163361"/>
                <a:ext cx="0" cy="454299"/>
              </a:xfrm>
              <a:prstGeom prst="line">
                <a:avLst/>
              </a:prstGeom>
              <a:ln w="15875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222A610-C369-D25F-8A9D-7867567B0F55}"/>
                  </a:ext>
                </a:extLst>
              </p:cNvPr>
              <p:cNvSpPr txBox="1"/>
              <p:nvPr/>
            </p:nvSpPr>
            <p:spPr>
              <a:xfrm>
                <a:off x="5331357" y="3261794"/>
                <a:ext cx="85548" cy="95098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498" dirty="0"/>
                  <a:t>A8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0D564D1-66C9-C78D-F46C-F20A1E247150}"/>
                  </a:ext>
                </a:extLst>
              </p:cNvPr>
              <p:cNvSpPr txBox="1"/>
              <p:nvPr/>
            </p:nvSpPr>
            <p:spPr>
              <a:xfrm>
                <a:off x="5302208" y="3635287"/>
                <a:ext cx="143242" cy="95098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498" dirty="0"/>
                  <a:t>Ch.5</a:t>
                </a:r>
              </a:p>
            </p:txBody>
          </p:sp>
        </p:grp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7304D2B5-A924-FDA9-A06F-5B2B6A8C7B8C}"/>
                </a:ext>
              </a:extLst>
            </p:cNvPr>
            <p:cNvCxnSpPr>
              <a:cxnSpLocks/>
            </p:cNvCxnSpPr>
            <p:nvPr/>
          </p:nvCxnSpPr>
          <p:spPr>
            <a:xfrm>
              <a:off x="5885052" y="2591070"/>
              <a:ext cx="0" cy="402749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E7A5246-249F-EB0D-6F43-29F5EEDFED96}"/>
                </a:ext>
              </a:extLst>
            </p:cNvPr>
            <p:cNvSpPr txBox="1"/>
            <p:nvPr/>
          </p:nvSpPr>
          <p:spPr>
            <a:xfrm>
              <a:off x="5858459" y="2878442"/>
              <a:ext cx="68930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A5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5F05CF1-0A41-F267-FDFF-79515920F1C1}"/>
                </a:ext>
              </a:extLst>
            </p:cNvPr>
            <p:cNvSpPr txBox="1"/>
            <p:nvPr/>
          </p:nvSpPr>
          <p:spPr>
            <a:xfrm>
              <a:off x="5837188" y="2514314"/>
              <a:ext cx="115416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Ch.6</a:t>
              </a:r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12D1866-9D21-9BF6-B1ED-FD7A895D1F0D}"/>
                </a:ext>
              </a:extLst>
            </p:cNvPr>
            <p:cNvCxnSpPr>
              <a:cxnSpLocks/>
            </p:cNvCxnSpPr>
            <p:nvPr/>
          </p:nvCxnSpPr>
          <p:spPr>
            <a:xfrm>
              <a:off x="5497486" y="2419986"/>
              <a:ext cx="0" cy="573835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4807C5F-3852-384A-6A6B-720A2BA716BE}"/>
                </a:ext>
              </a:extLst>
            </p:cNvPr>
            <p:cNvCxnSpPr>
              <a:cxnSpLocks/>
            </p:cNvCxnSpPr>
            <p:nvPr/>
          </p:nvCxnSpPr>
          <p:spPr>
            <a:xfrm>
              <a:off x="5441503" y="2557497"/>
              <a:ext cx="0" cy="44986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6BB4261-91A7-B61D-AC62-D39082B7397F}"/>
                </a:ext>
              </a:extLst>
            </p:cNvPr>
            <p:cNvSpPr txBox="1"/>
            <p:nvPr/>
          </p:nvSpPr>
          <p:spPr>
            <a:xfrm>
              <a:off x="5441504" y="2325351"/>
              <a:ext cx="117020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>
                  <a:solidFill>
                    <a:srgbClr val="FF0000"/>
                  </a:solidFill>
                </a:rPr>
                <a:t>3.3V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02F0FED3-E345-37AC-5E81-F2396E202837}"/>
                </a:ext>
              </a:extLst>
            </p:cNvPr>
            <p:cNvSpPr txBox="1"/>
            <p:nvPr/>
          </p:nvSpPr>
          <p:spPr>
            <a:xfrm>
              <a:off x="5372923" y="2467851"/>
              <a:ext cx="121828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b="1" dirty="0"/>
                <a:t>GND</a:t>
              </a:r>
            </a:p>
          </p:txBody>
        </p: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E3E18C96-634F-0E99-C9CF-20DAE50953A6}"/>
                </a:ext>
              </a:extLst>
            </p:cNvPr>
            <p:cNvCxnSpPr>
              <a:cxnSpLocks/>
            </p:cNvCxnSpPr>
            <p:nvPr/>
          </p:nvCxnSpPr>
          <p:spPr>
            <a:xfrm>
              <a:off x="5833886" y="3516553"/>
              <a:ext cx="10872" cy="700095"/>
            </a:xfrm>
            <a:prstGeom prst="line">
              <a:avLst/>
            </a:prstGeom>
            <a:ln w="158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35668817-C544-A3E3-45A2-048D508B800C}"/>
                </a:ext>
              </a:extLst>
            </p:cNvPr>
            <p:cNvSpPr txBox="1"/>
            <p:nvPr/>
          </p:nvSpPr>
          <p:spPr>
            <a:xfrm>
              <a:off x="5784112" y="3553659"/>
              <a:ext cx="100990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A11</a:t>
              </a:r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6C6201F8-F125-57DA-3C2F-652E54685108}"/>
                </a:ext>
              </a:extLst>
            </p:cNvPr>
            <p:cNvSpPr txBox="1"/>
            <p:nvPr/>
          </p:nvSpPr>
          <p:spPr>
            <a:xfrm>
              <a:off x="5798282" y="3722109"/>
              <a:ext cx="64120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TX</a:t>
              </a:r>
            </a:p>
          </p:txBody>
        </p: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FFFD9970-F5DC-259A-16FB-4A7C264E47B2}"/>
                </a:ext>
              </a:extLst>
            </p:cNvPr>
            <p:cNvCxnSpPr>
              <a:cxnSpLocks/>
            </p:cNvCxnSpPr>
            <p:nvPr/>
          </p:nvCxnSpPr>
          <p:spPr>
            <a:xfrm>
              <a:off x="5899135" y="3515036"/>
              <a:ext cx="5525" cy="635967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01A22680-BF12-5D80-BE11-F4B0FCAC24A1}"/>
                </a:ext>
              </a:extLst>
            </p:cNvPr>
            <p:cNvSpPr txBox="1"/>
            <p:nvPr/>
          </p:nvSpPr>
          <p:spPr>
            <a:xfrm>
              <a:off x="5853984" y="3645352"/>
              <a:ext cx="100990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A12</a:t>
              </a: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CA411A0C-C4D6-DE10-AA69-8163559C67ED}"/>
                </a:ext>
              </a:extLst>
            </p:cNvPr>
            <p:cNvSpPr txBox="1"/>
            <p:nvPr/>
          </p:nvSpPr>
          <p:spPr>
            <a:xfrm>
              <a:off x="5862248" y="3798127"/>
              <a:ext cx="68930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RX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33702D6-0571-3194-8173-235A0CCABC07}"/>
                </a:ext>
              </a:extLst>
            </p:cNvPr>
            <p:cNvGrpSpPr/>
            <p:nvPr/>
          </p:nvGrpSpPr>
          <p:grpSpPr>
            <a:xfrm>
              <a:off x="7032652" y="5319512"/>
              <a:ext cx="2452033" cy="1275271"/>
              <a:chOff x="24603895" y="17175152"/>
              <a:chExt cx="8757261" cy="4554540"/>
            </a:xfrm>
          </p:grpSpPr>
          <p:pic>
            <p:nvPicPr>
              <p:cNvPr id="251" name="Picture 250">
                <a:extLst>
                  <a:ext uri="{FF2B5EF4-FFF2-40B4-BE49-F238E27FC236}">
                    <a16:creationId xmlns:a16="http://schemas.microsoft.com/office/drawing/2014/main" id="{126C3AD5-820B-C252-7A0A-E75969CB42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46365" y="18296770"/>
                <a:ext cx="2904896" cy="1737068"/>
              </a:xfrm>
              <a:prstGeom prst="rect">
                <a:avLst/>
              </a:prstGeom>
            </p:spPr>
          </p:pic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CA8FCF4E-FE6D-85F5-9CE8-ED27D376F3A7}"/>
                  </a:ext>
                </a:extLst>
              </p:cNvPr>
              <p:cNvSpPr/>
              <p:nvPr/>
            </p:nvSpPr>
            <p:spPr>
              <a:xfrm>
                <a:off x="26873311" y="18091159"/>
                <a:ext cx="3077955" cy="203613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99"/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3BD5B8EB-962F-EBB2-45EC-F250A7B890AE}"/>
                  </a:ext>
                </a:extLst>
              </p:cNvPr>
              <p:cNvSpPr txBox="1"/>
              <p:nvPr/>
            </p:nvSpPr>
            <p:spPr>
              <a:xfrm>
                <a:off x="26573845" y="19021942"/>
                <a:ext cx="229000" cy="27365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498" dirty="0"/>
                  <a:t>TX</a:t>
                </a:r>
              </a:p>
            </p:txBody>
          </p:sp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C09E65BA-FD79-16C6-AC2B-7498CE354072}"/>
                  </a:ext>
                </a:extLst>
              </p:cNvPr>
              <p:cNvSpPr txBox="1"/>
              <p:nvPr/>
            </p:nvSpPr>
            <p:spPr>
              <a:xfrm>
                <a:off x="26595745" y="18637631"/>
                <a:ext cx="246179" cy="27365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498" dirty="0"/>
                  <a:t>RX</a:t>
                </a:r>
              </a:p>
            </p:txBody>
          </p:sp>
          <p:grpSp>
            <p:nvGrpSpPr>
              <p:cNvPr id="271" name="Group 270">
                <a:extLst>
                  <a:ext uri="{FF2B5EF4-FFF2-40B4-BE49-F238E27FC236}">
                    <a16:creationId xmlns:a16="http://schemas.microsoft.com/office/drawing/2014/main" id="{79DDAE10-722B-267C-821E-28E73DA6BEB5}"/>
                  </a:ext>
                </a:extLst>
              </p:cNvPr>
              <p:cNvGrpSpPr/>
              <p:nvPr/>
            </p:nvGrpSpPr>
            <p:grpSpPr>
              <a:xfrm>
                <a:off x="24955052" y="17864045"/>
                <a:ext cx="1866457" cy="516631"/>
                <a:chOff x="11125200" y="6307078"/>
                <a:chExt cx="838200" cy="232011"/>
              </a:xfrm>
            </p:grpSpPr>
            <p:cxnSp>
              <p:nvCxnSpPr>
                <p:cNvPr id="272" name="Straight Connector 271">
                  <a:extLst>
                    <a:ext uri="{FF2B5EF4-FFF2-40B4-BE49-F238E27FC236}">
                      <a16:creationId xmlns:a16="http://schemas.microsoft.com/office/drawing/2014/main" id="{68595330-BD1E-22AC-C379-578148B0BE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25200" y="6307078"/>
                  <a:ext cx="0" cy="232011"/>
                </a:xfrm>
                <a:prstGeom prst="line">
                  <a:avLst/>
                </a:prstGeom>
                <a:ln w="158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Straight Connector 272">
                  <a:extLst>
                    <a:ext uri="{FF2B5EF4-FFF2-40B4-BE49-F238E27FC236}">
                      <a16:creationId xmlns:a16="http://schemas.microsoft.com/office/drawing/2014/main" id="{E1B7414F-B375-DDF0-9451-28D6D42820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125200" y="6539089"/>
                  <a:ext cx="838200" cy="0"/>
                </a:xfrm>
                <a:prstGeom prst="line">
                  <a:avLst/>
                </a:prstGeom>
                <a:ln w="158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987A9B0E-90DB-598C-92B4-02FBE1D8433F}"/>
                  </a:ext>
                </a:extLst>
              </p:cNvPr>
              <p:cNvSpPr txBox="1"/>
              <p:nvPr/>
            </p:nvSpPr>
            <p:spPr>
              <a:xfrm>
                <a:off x="24782916" y="17626602"/>
                <a:ext cx="246179" cy="27365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498" dirty="0">
                    <a:solidFill>
                      <a:srgbClr val="FF0000"/>
                    </a:solidFill>
                  </a:rPr>
                  <a:t>5V</a:t>
                </a:r>
              </a:p>
            </p:txBody>
          </p: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4488E0E9-0C6E-9876-64E0-CA221FE370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85339" y="19811858"/>
                <a:ext cx="0" cy="86481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>
                <a:extLst>
                  <a:ext uri="{FF2B5EF4-FFF2-40B4-BE49-F238E27FC236}">
                    <a16:creationId xmlns:a16="http://schemas.microsoft.com/office/drawing/2014/main" id="{0CD97C14-248D-A205-8950-2213EFF276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782922" y="19811847"/>
                <a:ext cx="2054211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DAAC9E0B-1CD2-D689-9D13-3F1A72422184}"/>
                  </a:ext>
                </a:extLst>
              </p:cNvPr>
              <p:cNvSpPr txBox="1"/>
              <p:nvPr/>
            </p:nvSpPr>
            <p:spPr>
              <a:xfrm>
                <a:off x="24603895" y="20677342"/>
                <a:ext cx="435100" cy="27365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498" dirty="0"/>
                  <a:t>GND</a:t>
                </a:r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E5F0298D-E54D-43F2-D459-0DF6E06E9A5E}"/>
                  </a:ext>
                </a:extLst>
              </p:cNvPr>
              <p:cNvSpPr txBox="1"/>
              <p:nvPr/>
            </p:nvSpPr>
            <p:spPr>
              <a:xfrm>
                <a:off x="26381531" y="19508631"/>
                <a:ext cx="435100" cy="27365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498" dirty="0"/>
                  <a:t>GND</a:t>
                </a:r>
              </a:p>
            </p:txBody>
          </p: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1341D3B5-0DAC-8E7E-507D-FE490B701B7B}"/>
                  </a:ext>
                </a:extLst>
              </p:cNvPr>
              <p:cNvSpPr txBox="1"/>
              <p:nvPr/>
            </p:nvSpPr>
            <p:spPr>
              <a:xfrm>
                <a:off x="26402995" y="18051216"/>
                <a:ext cx="372129" cy="27365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498" dirty="0"/>
                  <a:t>VCC</a:t>
                </a:r>
              </a:p>
            </p:txBody>
          </p: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6749BA71-7BE1-77B9-7BA1-EBC146AAEE47}"/>
                  </a:ext>
                </a:extLst>
              </p:cNvPr>
              <p:cNvSpPr/>
              <p:nvPr/>
            </p:nvSpPr>
            <p:spPr>
              <a:xfrm>
                <a:off x="29237491" y="20789792"/>
                <a:ext cx="4123665" cy="9399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561" dirty="0">
                    <a:solidFill>
                      <a:schemeClr val="tx1"/>
                    </a:solidFill>
                  </a:rPr>
                  <a:t>Board Connector for output RS485 signal</a:t>
                </a:r>
              </a:p>
            </p:txBody>
          </p: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E50C4855-149B-9BAC-9FBB-56FD5D7316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986778" y="18896641"/>
                <a:ext cx="150335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4B553C20-7158-DCF5-A918-2841C7A313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510953" y="18919053"/>
                <a:ext cx="0" cy="189531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64A57266-76B7-8BF6-4EED-B7501609CA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0872653" y="19726216"/>
                <a:ext cx="20857" cy="108815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F20BFF26-8946-C073-9784-EEBE37888A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939958" y="19726216"/>
                <a:ext cx="94114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65038D3B-6E1A-0E7C-9624-4C12EA404CC4}"/>
                  </a:ext>
                </a:extLst>
              </p:cNvPr>
              <p:cNvSpPr txBox="1"/>
              <p:nvPr/>
            </p:nvSpPr>
            <p:spPr>
              <a:xfrm>
                <a:off x="30057495" y="18440052"/>
                <a:ext cx="337779" cy="37693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686" dirty="0"/>
                  <a:t>A+</a:t>
                </a:r>
              </a:p>
            </p:txBody>
          </p:sp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7EEE6A06-C68B-EB23-867E-B5F04C9579FF}"/>
                  </a:ext>
                </a:extLst>
              </p:cNvPr>
              <p:cNvSpPr txBox="1"/>
              <p:nvPr/>
            </p:nvSpPr>
            <p:spPr>
              <a:xfrm>
                <a:off x="30025445" y="19305127"/>
                <a:ext cx="269079" cy="376936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686" dirty="0"/>
                  <a:t>B-</a:t>
                </a:r>
              </a:p>
            </p:txBody>
          </p:sp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10EA9056-FE96-8583-D58B-C73C693F3F48}"/>
                  </a:ext>
                </a:extLst>
              </p:cNvPr>
              <p:cNvSpPr txBox="1"/>
              <p:nvPr/>
            </p:nvSpPr>
            <p:spPr>
              <a:xfrm>
                <a:off x="27479824" y="17175152"/>
                <a:ext cx="5059311" cy="1254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61" b="1" dirty="0"/>
                  <a:t>MAX485 TTL TO RS485 </a:t>
                </a:r>
              </a:p>
              <a:p>
                <a:r>
                  <a:rPr lang="en-US" sz="561" b="1" dirty="0"/>
                  <a:t>MODULE 485 TO SERIAL PORT UART LEVEL</a:t>
                </a:r>
              </a:p>
            </p:txBody>
          </p:sp>
        </p:grp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3A655B86-8312-AEC2-05F1-E6AE5FA39A16}"/>
                </a:ext>
              </a:extLst>
            </p:cNvPr>
            <p:cNvSpPr txBox="1"/>
            <p:nvPr/>
          </p:nvSpPr>
          <p:spPr>
            <a:xfrm>
              <a:off x="6704247" y="3032509"/>
              <a:ext cx="677921" cy="437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61" b="1" dirty="0"/>
                <a:t>STM32F411CEU6 </a:t>
              </a:r>
            </a:p>
            <a:p>
              <a:r>
                <a:rPr lang="en-US" sz="561" b="1" dirty="0"/>
                <a:t>STM32 BLACKPILL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C6B7FA5-3D04-FA4F-0DDD-6E1D63F44F2F}"/>
                </a:ext>
              </a:extLst>
            </p:cNvPr>
            <p:cNvGrpSpPr/>
            <p:nvPr/>
          </p:nvGrpSpPr>
          <p:grpSpPr>
            <a:xfrm>
              <a:off x="6046315" y="4650544"/>
              <a:ext cx="449550" cy="706023"/>
              <a:chOff x="9280777" y="5523246"/>
              <a:chExt cx="696608" cy="1132375"/>
            </a:xfrm>
          </p:grpSpPr>
          <p:pic>
            <p:nvPicPr>
              <p:cNvPr id="106" name="Picture 105">
                <a:extLst>
                  <a:ext uri="{FF2B5EF4-FFF2-40B4-BE49-F238E27FC236}">
                    <a16:creationId xmlns:a16="http://schemas.microsoft.com/office/drawing/2014/main" id="{E1EA1997-D221-49C6-2F53-1375CBF5B3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26390" y="5753953"/>
                <a:ext cx="611935" cy="570476"/>
              </a:xfrm>
              <a:prstGeom prst="rect">
                <a:avLst/>
              </a:prstGeom>
            </p:spPr>
          </p:pic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C2EEBC47-2249-06C5-C854-26874C3D38D9}"/>
                  </a:ext>
                </a:extLst>
              </p:cNvPr>
              <p:cNvSpPr/>
              <p:nvPr/>
            </p:nvSpPr>
            <p:spPr>
              <a:xfrm>
                <a:off x="9280777" y="5735133"/>
                <a:ext cx="685408" cy="64027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99"/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B1DFDBD3-CB1C-1ACE-13B6-D086D20CB713}"/>
                  </a:ext>
                </a:extLst>
              </p:cNvPr>
              <p:cNvSpPr txBox="1"/>
              <p:nvPr/>
            </p:nvSpPr>
            <p:spPr>
              <a:xfrm>
                <a:off x="9742094" y="5527925"/>
                <a:ext cx="118734" cy="154261"/>
              </a:xfrm>
              <a:prstGeom prst="rect">
                <a:avLst/>
              </a:prstGeom>
              <a:noFill/>
            </p:spPr>
            <p:txBody>
              <a:bodyPr vert="vert" wrap="none" lIns="0" tIns="0" rIns="0" bIns="0" rtlCol="0">
                <a:spAutoFit/>
              </a:bodyPr>
              <a:lstStyle/>
              <a:p>
                <a:r>
                  <a:rPr lang="en-US" sz="498" dirty="0"/>
                  <a:t>LV2</a:t>
                </a: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11922032-23B6-61F2-96ED-76A580F445DC}"/>
                  </a:ext>
                </a:extLst>
              </p:cNvPr>
              <p:cNvSpPr txBox="1"/>
              <p:nvPr/>
            </p:nvSpPr>
            <p:spPr>
              <a:xfrm>
                <a:off x="9847455" y="5527925"/>
                <a:ext cx="118734" cy="154261"/>
              </a:xfrm>
              <a:prstGeom prst="rect">
                <a:avLst/>
              </a:prstGeom>
              <a:noFill/>
            </p:spPr>
            <p:txBody>
              <a:bodyPr vert="vert" wrap="none" lIns="0" tIns="0" rIns="0" bIns="0" rtlCol="0">
                <a:spAutoFit/>
              </a:bodyPr>
              <a:lstStyle/>
              <a:p>
                <a:r>
                  <a:rPr lang="en-US" sz="498" dirty="0"/>
                  <a:t>LV1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3D84BD6B-82C4-9C88-9805-1C4E3F4856B4}"/>
                  </a:ext>
                </a:extLst>
              </p:cNvPr>
              <p:cNvSpPr txBox="1"/>
              <p:nvPr/>
            </p:nvSpPr>
            <p:spPr>
              <a:xfrm>
                <a:off x="9618982" y="5527925"/>
                <a:ext cx="118734" cy="102841"/>
              </a:xfrm>
              <a:prstGeom prst="rect">
                <a:avLst/>
              </a:prstGeom>
              <a:noFill/>
            </p:spPr>
            <p:txBody>
              <a:bodyPr vert="vert" wrap="none" lIns="0" tIns="0" rIns="0" bIns="0" rtlCol="0">
                <a:spAutoFit/>
              </a:bodyPr>
              <a:lstStyle/>
              <a:p>
                <a:r>
                  <a:rPr lang="en-US" sz="498" dirty="0"/>
                  <a:t>LV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778F92DA-E50C-04D6-3C79-C1BCCD477092}"/>
                  </a:ext>
                </a:extLst>
              </p:cNvPr>
              <p:cNvSpPr txBox="1"/>
              <p:nvPr/>
            </p:nvSpPr>
            <p:spPr>
              <a:xfrm>
                <a:off x="9520436" y="5523246"/>
                <a:ext cx="118734" cy="201851"/>
              </a:xfrm>
              <a:prstGeom prst="rect">
                <a:avLst/>
              </a:prstGeom>
              <a:noFill/>
            </p:spPr>
            <p:txBody>
              <a:bodyPr vert="vert" wrap="square" lIns="0" tIns="0" rIns="0" bIns="0" rtlCol="0">
                <a:spAutoFit/>
              </a:bodyPr>
              <a:lstStyle/>
              <a:p>
                <a:r>
                  <a:rPr lang="en-US" sz="498" dirty="0"/>
                  <a:t>GND</a:t>
                </a: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D743934D-B7A8-EB9D-6FF3-A5055BC5C7C1}"/>
                  </a:ext>
                </a:extLst>
              </p:cNvPr>
              <p:cNvSpPr txBox="1"/>
              <p:nvPr/>
            </p:nvSpPr>
            <p:spPr>
              <a:xfrm>
                <a:off x="9406202" y="5528515"/>
                <a:ext cx="118734" cy="159798"/>
              </a:xfrm>
              <a:prstGeom prst="rect">
                <a:avLst/>
              </a:prstGeom>
              <a:noFill/>
            </p:spPr>
            <p:txBody>
              <a:bodyPr vert="vert" wrap="square" lIns="0" tIns="0" rIns="0" bIns="0" rtlCol="0">
                <a:spAutoFit/>
              </a:bodyPr>
              <a:lstStyle/>
              <a:p>
                <a:r>
                  <a:rPr lang="en-US" sz="498" dirty="0"/>
                  <a:t>LV3</a:t>
                </a: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307B75D6-C4EF-0F86-91E7-8F6C9BB3A183}"/>
                  </a:ext>
                </a:extLst>
              </p:cNvPr>
              <p:cNvSpPr txBox="1"/>
              <p:nvPr/>
            </p:nvSpPr>
            <p:spPr>
              <a:xfrm>
                <a:off x="9291966" y="5527925"/>
                <a:ext cx="118734" cy="159798"/>
              </a:xfrm>
              <a:prstGeom prst="rect">
                <a:avLst/>
              </a:prstGeom>
              <a:noFill/>
            </p:spPr>
            <p:txBody>
              <a:bodyPr vert="vert" wrap="square" lIns="0" tIns="0" rIns="0" bIns="0" rtlCol="0">
                <a:spAutoFit/>
              </a:bodyPr>
              <a:lstStyle/>
              <a:p>
                <a:r>
                  <a:rPr lang="en-US" sz="498" dirty="0"/>
                  <a:t>LV4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D786157B-6C1C-C4A0-36C8-9F5CA7FFB4E3}"/>
                  </a:ext>
                </a:extLst>
              </p:cNvPr>
              <p:cNvSpPr txBox="1"/>
              <p:nvPr/>
            </p:nvSpPr>
            <p:spPr>
              <a:xfrm>
                <a:off x="9753293" y="6424966"/>
                <a:ext cx="118734" cy="174829"/>
              </a:xfrm>
              <a:prstGeom prst="rect">
                <a:avLst/>
              </a:prstGeom>
              <a:noFill/>
            </p:spPr>
            <p:txBody>
              <a:bodyPr vert="vert" wrap="none" lIns="0" tIns="0" rIns="0" bIns="0" rtlCol="0">
                <a:spAutoFit/>
              </a:bodyPr>
              <a:lstStyle/>
              <a:p>
                <a:r>
                  <a:rPr lang="en-US" sz="498" dirty="0"/>
                  <a:t>HV2</a:t>
                </a: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B3C13055-B4AC-C4C1-DB02-A69C82590576}"/>
                  </a:ext>
                </a:extLst>
              </p:cNvPr>
              <p:cNvSpPr txBox="1"/>
              <p:nvPr/>
            </p:nvSpPr>
            <p:spPr>
              <a:xfrm>
                <a:off x="9858651" y="6424966"/>
                <a:ext cx="118734" cy="174829"/>
              </a:xfrm>
              <a:prstGeom prst="rect">
                <a:avLst/>
              </a:prstGeom>
              <a:noFill/>
            </p:spPr>
            <p:txBody>
              <a:bodyPr vert="vert" wrap="none" lIns="0" tIns="0" rIns="0" bIns="0" rtlCol="0">
                <a:spAutoFit/>
              </a:bodyPr>
              <a:lstStyle/>
              <a:p>
                <a:r>
                  <a:rPr lang="en-US" sz="498" dirty="0"/>
                  <a:t>HV1</a:t>
                </a: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437FC4FF-6C62-FA22-9AF3-8824340CBE7E}"/>
                  </a:ext>
                </a:extLst>
              </p:cNvPr>
              <p:cNvSpPr txBox="1"/>
              <p:nvPr/>
            </p:nvSpPr>
            <p:spPr>
              <a:xfrm>
                <a:off x="9630182" y="6424966"/>
                <a:ext cx="118734" cy="123409"/>
              </a:xfrm>
              <a:prstGeom prst="rect">
                <a:avLst/>
              </a:prstGeom>
              <a:noFill/>
            </p:spPr>
            <p:txBody>
              <a:bodyPr vert="vert" wrap="none" lIns="0" tIns="0" rIns="0" bIns="0" rtlCol="0">
                <a:spAutoFit/>
              </a:bodyPr>
              <a:lstStyle/>
              <a:p>
                <a:r>
                  <a:rPr lang="en-US" sz="498" dirty="0"/>
                  <a:t>HV</a:t>
                </a:r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01764465-653F-1410-2629-AA68CAEB6DA2}"/>
                  </a:ext>
                </a:extLst>
              </p:cNvPr>
              <p:cNvSpPr txBox="1"/>
              <p:nvPr/>
            </p:nvSpPr>
            <p:spPr>
              <a:xfrm>
                <a:off x="9531635" y="6420287"/>
                <a:ext cx="118734" cy="201851"/>
              </a:xfrm>
              <a:prstGeom prst="rect">
                <a:avLst/>
              </a:prstGeom>
              <a:noFill/>
            </p:spPr>
            <p:txBody>
              <a:bodyPr vert="vert" wrap="square" lIns="0" tIns="0" rIns="0" bIns="0" rtlCol="0">
                <a:spAutoFit/>
              </a:bodyPr>
              <a:lstStyle/>
              <a:p>
                <a:r>
                  <a:rPr lang="en-US" sz="498" dirty="0"/>
                  <a:t>GND</a:t>
                </a: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777EC7D7-E8FB-9930-670A-FF4741025D39}"/>
                  </a:ext>
                </a:extLst>
              </p:cNvPr>
              <p:cNvSpPr txBox="1"/>
              <p:nvPr/>
            </p:nvSpPr>
            <p:spPr>
              <a:xfrm>
                <a:off x="9417399" y="6425554"/>
                <a:ext cx="118734" cy="230067"/>
              </a:xfrm>
              <a:prstGeom prst="rect">
                <a:avLst/>
              </a:prstGeom>
              <a:noFill/>
            </p:spPr>
            <p:txBody>
              <a:bodyPr vert="vert" wrap="square" lIns="0" tIns="0" rIns="0" bIns="0" rtlCol="0">
                <a:spAutoFit/>
              </a:bodyPr>
              <a:lstStyle/>
              <a:p>
                <a:r>
                  <a:rPr lang="en-US" sz="498" dirty="0"/>
                  <a:t>HV3</a:t>
                </a: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B9513F9D-85FB-CB8B-6EE2-BC74792B5203}"/>
                  </a:ext>
                </a:extLst>
              </p:cNvPr>
              <p:cNvSpPr txBox="1"/>
              <p:nvPr/>
            </p:nvSpPr>
            <p:spPr>
              <a:xfrm>
                <a:off x="9311012" y="6421998"/>
                <a:ext cx="118734" cy="200137"/>
              </a:xfrm>
              <a:prstGeom prst="rect">
                <a:avLst/>
              </a:prstGeom>
              <a:noFill/>
            </p:spPr>
            <p:txBody>
              <a:bodyPr vert="vert" wrap="square" lIns="0" tIns="0" rIns="0" bIns="0" rtlCol="0">
                <a:spAutoFit/>
              </a:bodyPr>
              <a:lstStyle/>
              <a:p>
                <a:r>
                  <a:rPr lang="en-US" sz="498" dirty="0"/>
                  <a:t>HV4</a:t>
                </a:r>
              </a:p>
            </p:txBody>
          </p:sp>
        </p:grp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389ED0B-0CF6-0D25-705E-BD5C5FA64F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50841" y="4164290"/>
              <a:ext cx="4893" cy="463376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3ED5697-C8C9-8806-9868-915B5EE380AA}"/>
                </a:ext>
              </a:extLst>
            </p:cNvPr>
            <p:cNvSpPr txBox="1"/>
            <p:nvPr/>
          </p:nvSpPr>
          <p:spPr>
            <a:xfrm>
              <a:off x="6176285" y="4047133"/>
              <a:ext cx="62518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Rx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5483A5D-BC75-9E11-2D26-04DB592D68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0920" y="4226542"/>
              <a:ext cx="2431" cy="387756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0D97D93-E9B6-71EF-8982-206D20A7E166}"/>
                </a:ext>
              </a:extLst>
            </p:cNvPr>
            <p:cNvSpPr txBox="1"/>
            <p:nvPr/>
          </p:nvSpPr>
          <p:spPr>
            <a:xfrm>
              <a:off x="6042183" y="4232157"/>
              <a:ext cx="57708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Tx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BD26AE8-AC84-3733-4478-11465D0A3D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99907" y="4437714"/>
              <a:ext cx="2126" cy="206572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174B4B2-26C6-B607-1CE1-33FB21188C7C}"/>
                </a:ext>
              </a:extLst>
            </p:cNvPr>
            <p:cNvSpPr txBox="1"/>
            <p:nvPr/>
          </p:nvSpPr>
          <p:spPr>
            <a:xfrm>
              <a:off x="5606048" y="4399347"/>
              <a:ext cx="117020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>
                  <a:solidFill>
                    <a:srgbClr val="FF0000"/>
                  </a:solidFill>
                </a:rPr>
                <a:t>3.3V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D4DFAEB-17F3-C61C-A04E-3A5EA737FE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41962" y="4541000"/>
              <a:ext cx="6631" cy="86666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33B48AA-0871-8E84-C501-DB67CFC6AA96}"/>
                </a:ext>
              </a:extLst>
            </p:cNvPr>
            <p:cNvSpPr txBox="1"/>
            <p:nvPr/>
          </p:nvSpPr>
          <p:spPr>
            <a:xfrm>
              <a:off x="5360515" y="4510341"/>
              <a:ext cx="121828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b="1" dirty="0"/>
                <a:t>GND</a:t>
              </a: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0FF51DD-AAB1-4150-42E0-73A767A58FB4}"/>
                </a:ext>
              </a:extLst>
            </p:cNvPr>
            <p:cNvCxnSpPr>
              <a:cxnSpLocks/>
            </p:cNvCxnSpPr>
            <p:nvPr/>
          </p:nvCxnSpPr>
          <p:spPr>
            <a:xfrm>
              <a:off x="6450841" y="5335690"/>
              <a:ext cx="0" cy="555306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7B527EC-1E14-8D34-068E-F0DE1FB728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78205" y="5335690"/>
              <a:ext cx="2715" cy="447791"/>
            </a:xfrm>
            <a:prstGeom prst="line">
              <a:avLst/>
            </a:prstGeom>
            <a:ln w="158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75AD980-A227-6A22-CE77-52382E0674AD}"/>
                </a:ext>
              </a:extLst>
            </p:cNvPr>
            <p:cNvCxnSpPr>
              <a:cxnSpLocks/>
            </p:cNvCxnSpPr>
            <p:nvPr/>
          </p:nvCxnSpPr>
          <p:spPr>
            <a:xfrm>
              <a:off x="6304302" y="5321894"/>
              <a:ext cx="0" cy="144656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A413E5E-E70E-AC86-FD03-343392F422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3377" y="5471962"/>
              <a:ext cx="540926" cy="0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502B407-E132-64FD-C56C-5CACCCA2F036}"/>
                </a:ext>
              </a:extLst>
            </p:cNvPr>
            <p:cNvSpPr txBox="1"/>
            <p:nvPr/>
          </p:nvSpPr>
          <p:spPr>
            <a:xfrm>
              <a:off x="5682728" y="5433595"/>
              <a:ext cx="68930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>
                  <a:solidFill>
                    <a:srgbClr val="FF0000"/>
                  </a:solidFill>
                </a:rPr>
                <a:t>5V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54B5536F-14D7-0946-C460-FBF59D9169B2}"/>
                </a:ext>
              </a:extLst>
            </p:cNvPr>
            <p:cNvGrpSpPr/>
            <p:nvPr/>
          </p:nvGrpSpPr>
          <p:grpSpPr>
            <a:xfrm>
              <a:off x="5427707" y="5331332"/>
              <a:ext cx="825391" cy="242391"/>
              <a:chOff x="10288428" y="6307078"/>
              <a:chExt cx="838200" cy="23224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D147C25E-288B-7F44-6B5A-066D11BCBC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5200" y="6307078"/>
                <a:ext cx="0" cy="232011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0E67B6B8-0317-0AF7-28EB-2640BC2EF8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288428" y="6539321"/>
                <a:ext cx="838200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0DCAFDA-0393-7FB2-CAEF-7B73524FA6AA}"/>
                </a:ext>
              </a:extLst>
            </p:cNvPr>
            <p:cNvSpPr txBox="1"/>
            <p:nvPr/>
          </p:nvSpPr>
          <p:spPr>
            <a:xfrm>
              <a:off x="5295891" y="5529197"/>
              <a:ext cx="121828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GND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32440B4-7C98-0C5A-9240-FE41B9E0E85D}"/>
                </a:ext>
              </a:extLst>
            </p:cNvPr>
            <p:cNvSpPr txBox="1"/>
            <p:nvPr/>
          </p:nvSpPr>
          <p:spPr>
            <a:xfrm>
              <a:off x="6617608" y="4861873"/>
              <a:ext cx="707213" cy="696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61" b="1" dirty="0"/>
                <a:t>4 Channel I2C Logic Level Converter Bi-Directional Module 5v To 3.3v</a:t>
              </a:r>
            </a:p>
            <a:p>
              <a:endParaRPr lang="en-US" sz="561" dirty="0"/>
            </a:p>
          </p:txBody>
        </p: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EF21E1BF-B187-E488-A440-FDFF5AF8A565}"/>
                </a:ext>
              </a:extLst>
            </p:cNvPr>
            <p:cNvCxnSpPr>
              <a:cxnSpLocks/>
            </p:cNvCxnSpPr>
            <p:nvPr/>
          </p:nvCxnSpPr>
          <p:spPr>
            <a:xfrm>
              <a:off x="5751777" y="4437714"/>
              <a:ext cx="548130" cy="0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BEE3239A-2A08-F02F-E015-517DEC121F8F}"/>
                </a:ext>
              </a:extLst>
            </p:cNvPr>
            <p:cNvCxnSpPr>
              <a:cxnSpLocks/>
            </p:cNvCxnSpPr>
            <p:nvPr/>
          </p:nvCxnSpPr>
          <p:spPr>
            <a:xfrm>
              <a:off x="5501117" y="4541000"/>
              <a:ext cx="751981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CA628349-CC58-A072-AD68-5098B4E4317C}"/>
                </a:ext>
              </a:extLst>
            </p:cNvPr>
            <p:cNvCxnSpPr>
              <a:cxnSpLocks/>
            </p:cNvCxnSpPr>
            <p:nvPr/>
          </p:nvCxnSpPr>
          <p:spPr>
            <a:xfrm>
              <a:off x="5899135" y="4148876"/>
              <a:ext cx="556599" cy="2127"/>
            </a:xfrm>
            <a:prstGeom prst="line">
              <a:avLst/>
            </a:prstGeom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1D5FFD14-5F94-1D57-62F7-119E282C06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42817" y="4214314"/>
              <a:ext cx="546474" cy="2334"/>
            </a:xfrm>
            <a:prstGeom prst="line">
              <a:avLst/>
            </a:prstGeom>
            <a:ln w="158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58CDACDE-F0A3-33FA-ACFF-6A31BD969C38}"/>
                </a:ext>
              </a:extLst>
            </p:cNvPr>
            <p:cNvCxnSpPr>
              <a:cxnSpLocks/>
            </p:cNvCxnSpPr>
            <p:nvPr/>
          </p:nvCxnSpPr>
          <p:spPr>
            <a:xfrm>
              <a:off x="6455734" y="5896178"/>
              <a:ext cx="1208366" cy="0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581339E1-E512-31C4-5F7F-CD6D16C9A7AD}"/>
                </a:ext>
              </a:extLst>
            </p:cNvPr>
            <p:cNvCxnSpPr>
              <a:cxnSpLocks/>
            </p:cNvCxnSpPr>
            <p:nvPr/>
          </p:nvCxnSpPr>
          <p:spPr>
            <a:xfrm>
              <a:off x="6380920" y="5787219"/>
              <a:ext cx="1281001" cy="0"/>
            </a:xfrm>
            <a:prstGeom prst="line">
              <a:avLst/>
            </a:prstGeom>
            <a:ln w="158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CCEDDB39-1B09-594A-E737-A5B20688CFDF}"/>
              </a:ext>
            </a:extLst>
          </p:cNvPr>
          <p:cNvGrpSpPr/>
          <p:nvPr/>
        </p:nvGrpSpPr>
        <p:grpSpPr>
          <a:xfrm>
            <a:off x="374194" y="2868531"/>
            <a:ext cx="3250858" cy="3368725"/>
            <a:chOff x="111815" y="2538801"/>
            <a:chExt cx="3250858" cy="3368725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E63F81DE-76A4-A951-492C-5340AB47A1D9}"/>
                </a:ext>
              </a:extLst>
            </p:cNvPr>
            <p:cNvGrpSpPr/>
            <p:nvPr/>
          </p:nvGrpSpPr>
          <p:grpSpPr>
            <a:xfrm>
              <a:off x="2095253" y="3531593"/>
              <a:ext cx="449550" cy="706023"/>
              <a:chOff x="9280777" y="5523246"/>
              <a:chExt cx="696608" cy="1132375"/>
            </a:xfrm>
          </p:grpSpPr>
          <p:pic>
            <p:nvPicPr>
              <p:cNvPr id="104" name="Picture 103">
                <a:extLst>
                  <a:ext uri="{FF2B5EF4-FFF2-40B4-BE49-F238E27FC236}">
                    <a16:creationId xmlns:a16="http://schemas.microsoft.com/office/drawing/2014/main" id="{3F1C5EAE-6E2E-F307-BC40-F94A07AFA6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26390" y="5753953"/>
                <a:ext cx="611935" cy="570476"/>
              </a:xfrm>
              <a:prstGeom prst="rect">
                <a:avLst/>
              </a:prstGeom>
            </p:spPr>
          </p:pic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135E939B-082E-DEC5-BD2C-C361DD818DAB}"/>
                  </a:ext>
                </a:extLst>
              </p:cNvPr>
              <p:cNvSpPr/>
              <p:nvPr/>
            </p:nvSpPr>
            <p:spPr>
              <a:xfrm>
                <a:off x="9280777" y="5735133"/>
                <a:ext cx="685408" cy="64027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99"/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B13888E3-C62F-D6CD-9747-EB8415198660}"/>
                  </a:ext>
                </a:extLst>
              </p:cNvPr>
              <p:cNvSpPr txBox="1"/>
              <p:nvPr/>
            </p:nvSpPr>
            <p:spPr>
              <a:xfrm>
                <a:off x="9742094" y="5527925"/>
                <a:ext cx="118734" cy="154261"/>
              </a:xfrm>
              <a:prstGeom prst="rect">
                <a:avLst/>
              </a:prstGeom>
              <a:noFill/>
            </p:spPr>
            <p:txBody>
              <a:bodyPr vert="vert" wrap="none" lIns="0" tIns="0" rIns="0" bIns="0" rtlCol="0">
                <a:spAutoFit/>
              </a:bodyPr>
              <a:lstStyle/>
              <a:p>
                <a:r>
                  <a:rPr lang="en-US" sz="498" dirty="0"/>
                  <a:t>LV2</a:t>
                </a: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11B374AC-8735-64B4-F35E-49FA07B29137}"/>
                  </a:ext>
                </a:extLst>
              </p:cNvPr>
              <p:cNvSpPr txBox="1"/>
              <p:nvPr/>
            </p:nvSpPr>
            <p:spPr>
              <a:xfrm>
                <a:off x="9847455" y="5527925"/>
                <a:ext cx="118734" cy="154261"/>
              </a:xfrm>
              <a:prstGeom prst="rect">
                <a:avLst/>
              </a:prstGeom>
              <a:noFill/>
            </p:spPr>
            <p:txBody>
              <a:bodyPr vert="vert" wrap="none" lIns="0" tIns="0" rIns="0" bIns="0" rtlCol="0">
                <a:spAutoFit/>
              </a:bodyPr>
              <a:lstStyle/>
              <a:p>
                <a:r>
                  <a:rPr lang="en-US" sz="498" dirty="0"/>
                  <a:t>LV1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E8165DC8-CF4C-C67A-FF90-12D2AE9933F5}"/>
                  </a:ext>
                </a:extLst>
              </p:cNvPr>
              <p:cNvSpPr txBox="1"/>
              <p:nvPr/>
            </p:nvSpPr>
            <p:spPr>
              <a:xfrm>
                <a:off x="9618982" y="5527925"/>
                <a:ext cx="118734" cy="102841"/>
              </a:xfrm>
              <a:prstGeom prst="rect">
                <a:avLst/>
              </a:prstGeom>
              <a:noFill/>
            </p:spPr>
            <p:txBody>
              <a:bodyPr vert="vert" wrap="none" lIns="0" tIns="0" rIns="0" bIns="0" rtlCol="0">
                <a:spAutoFit/>
              </a:bodyPr>
              <a:lstStyle/>
              <a:p>
                <a:r>
                  <a:rPr lang="en-US" sz="498" dirty="0"/>
                  <a:t>LV</a:t>
                </a: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43C5A63A-79EA-DD57-FEBE-D0585721139C}"/>
                  </a:ext>
                </a:extLst>
              </p:cNvPr>
              <p:cNvSpPr txBox="1"/>
              <p:nvPr/>
            </p:nvSpPr>
            <p:spPr>
              <a:xfrm>
                <a:off x="9520436" y="5523246"/>
                <a:ext cx="118734" cy="201851"/>
              </a:xfrm>
              <a:prstGeom prst="rect">
                <a:avLst/>
              </a:prstGeom>
              <a:noFill/>
            </p:spPr>
            <p:txBody>
              <a:bodyPr vert="vert" wrap="square" lIns="0" tIns="0" rIns="0" bIns="0" rtlCol="0">
                <a:spAutoFit/>
              </a:bodyPr>
              <a:lstStyle/>
              <a:p>
                <a:r>
                  <a:rPr lang="en-US" sz="498" dirty="0"/>
                  <a:t>GND</a:t>
                </a: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81A19D8D-BC48-2DD4-8F2B-4553A63D756F}"/>
                  </a:ext>
                </a:extLst>
              </p:cNvPr>
              <p:cNvSpPr txBox="1"/>
              <p:nvPr/>
            </p:nvSpPr>
            <p:spPr>
              <a:xfrm>
                <a:off x="9406202" y="5528515"/>
                <a:ext cx="118734" cy="159798"/>
              </a:xfrm>
              <a:prstGeom prst="rect">
                <a:avLst/>
              </a:prstGeom>
              <a:noFill/>
            </p:spPr>
            <p:txBody>
              <a:bodyPr vert="vert" wrap="square" lIns="0" tIns="0" rIns="0" bIns="0" rtlCol="0">
                <a:spAutoFit/>
              </a:bodyPr>
              <a:lstStyle/>
              <a:p>
                <a:r>
                  <a:rPr lang="en-US" sz="498" dirty="0"/>
                  <a:t>LV3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9DABE368-1167-6C7D-F284-FF244141A748}"/>
                  </a:ext>
                </a:extLst>
              </p:cNvPr>
              <p:cNvSpPr txBox="1"/>
              <p:nvPr/>
            </p:nvSpPr>
            <p:spPr>
              <a:xfrm>
                <a:off x="9291966" y="5527925"/>
                <a:ext cx="118734" cy="159798"/>
              </a:xfrm>
              <a:prstGeom prst="rect">
                <a:avLst/>
              </a:prstGeom>
              <a:noFill/>
            </p:spPr>
            <p:txBody>
              <a:bodyPr vert="vert" wrap="square" lIns="0" tIns="0" rIns="0" bIns="0" rtlCol="0">
                <a:spAutoFit/>
              </a:bodyPr>
              <a:lstStyle/>
              <a:p>
                <a:r>
                  <a:rPr lang="en-US" sz="498" dirty="0"/>
                  <a:t>LV4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E83EF14A-B98F-55A5-1017-C1FAB42D70E9}"/>
                  </a:ext>
                </a:extLst>
              </p:cNvPr>
              <p:cNvSpPr txBox="1"/>
              <p:nvPr/>
            </p:nvSpPr>
            <p:spPr>
              <a:xfrm>
                <a:off x="9753293" y="6424966"/>
                <a:ext cx="118734" cy="174829"/>
              </a:xfrm>
              <a:prstGeom prst="rect">
                <a:avLst/>
              </a:prstGeom>
              <a:noFill/>
            </p:spPr>
            <p:txBody>
              <a:bodyPr vert="vert" wrap="none" lIns="0" tIns="0" rIns="0" bIns="0" rtlCol="0">
                <a:spAutoFit/>
              </a:bodyPr>
              <a:lstStyle/>
              <a:p>
                <a:r>
                  <a:rPr lang="en-US" sz="498" dirty="0"/>
                  <a:t>HV2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5A5CB73D-C0F8-B423-CB1A-222601EBEFED}"/>
                  </a:ext>
                </a:extLst>
              </p:cNvPr>
              <p:cNvSpPr txBox="1"/>
              <p:nvPr/>
            </p:nvSpPr>
            <p:spPr>
              <a:xfrm>
                <a:off x="9858651" y="6424966"/>
                <a:ext cx="118734" cy="174829"/>
              </a:xfrm>
              <a:prstGeom prst="rect">
                <a:avLst/>
              </a:prstGeom>
              <a:noFill/>
            </p:spPr>
            <p:txBody>
              <a:bodyPr vert="vert" wrap="none" lIns="0" tIns="0" rIns="0" bIns="0" rtlCol="0">
                <a:spAutoFit/>
              </a:bodyPr>
              <a:lstStyle/>
              <a:p>
                <a:r>
                  <a:rPr lang="en-US" sz="498" dirty="0"/>
                  <a:t>HV1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F002D2BE-2923-84C4-1FA5-D9184B5DDF2A}"/>
                  </a:ext>
                </a:extLst>
              </p:cNvPr>
              <p:cNvSpPr txBox="1"/>
              <p:nvPr/>
            </p:nvSpPr>
            <p:spPr>
              <a:xfrm>
                <a:off x="9630182" y="6424966"/>
                <a:ext cx="118734" cy="123409"/>
              </a:xfrm>
              <a:prstGeom prst="rect">
                <a:avLst/>
              </a:prstGeom>
              <a:noFill/>
            </p:spPr>
            <p:txBody>
              <a:bodyPr vert="vert" wrap="none" lIns="0" tIns="0" rIns="0" bIns="0" rtlCol="0">
                <a:spAutoFit/>
              </a:bodyPr>
              <a:lstStyle/>
              <a:p>
                <a:r>
                  <a:rPr lang="en-US" sz="498" dirty="0"/>
                  <a:t>HV</a:t>
                </a: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DB60A0A-ACF1-B7C6-D07D-5FBA911D8083}"/>
                  </a:ext>
                </a:extLst>
              </p:cNvPr>
              <p:cNvSpPr txBox="1"/>
              <p:nvPr/>
            </p:nvSpPr>
            <p:spPr>
              <a:xfrm>
                <a:off x="9531635" y="6420287"/>
                <a:ext cx="118734" cy="201851"/>
              </a:xfrm>
              <a:prstGeom prst="rect">
                <a:avLst/>
              </a:prstGeom>
              <a:noFill/>
            </p:spPr>
            <p:txBody>
              <a:bodyPr vert="vert" wrap="square" lIns="0" tIns="0" rIns="0" bIns="0" rtlCol="0">
                <a:spAutoFit/>
              </a:bodyPr>
              <a:lstStyle/>
              <a:p>
                <a:r>
                  <a:rPr lang="en-US" sz="498" dirty="0"/>
                  <a:t>GND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155E99EF-9B84-DD86-21B3-6B6E68CCED07}"/>
                  </a:ext>
                </a:extLst>
              </p:cNvPr>
              <p:cNvSpPr txBox="1"/>
              <p:nvPr/>
            </p:nvSpPr>
            <p:spPr>
              <a:xfrm>
                <a:off x="9417399" y="6425554"/>
                <a:ext cx="118734" cy="230067"/>
              </a:xfrm>
              <a:prstGeom prst="rect">
                <a:avLst/>
              </a:prstGeom>
              <a:noFill/>
            </p:spPr>
            <p:txBody>
              <a:bodyPr vert="vert" wrap="square" lIns="0" tIns="0" rIns="0" bIns="0" rtlCol="0">
                <a:spAutoFit/>
              </a:bodyPr>
              <a:lstStyle/>
              <a:p>
                <a:r>
                  <a:rPr lang="en-US" sz="498" dirty="0"/>
                  <a:t>HV3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712430D7-B7ED-75CA-3F7B-38039440E8BF}"/>
                  </a:ext>
                </a:extLst>
              </p:cNvPr>
              <p:cNvSpPr txBox="1"/>
              <p:nvPr/>
            </p:nvSpPr>
            <p:spPr>
              <a:xfrm>
                <a:off x="9311012" y="6421998"/>
                <a:ext cx="118734" cy="200137"/>
              </a:xfrm>
              <a:prstGeom prst="rect">
                <a:avLst/>
              </a:prstGeom>
              <a:noFill/>
            </p:spPr>
            <p:txBody>
              <a:bodyPr vert="vert" wrap="square" lIns="0" tIns="0" rIns="0" bIns="0" rtlCol="0">
                <a:spAutoFit/>
              </a:bodyPr>
              <a:lstStyle/>
              <a:p>
                <a:r>
                  <a:rPr lang="en-US" sz="498" dirty="0"/>
                  <a:t>HV4</a:t>
                </a:r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4D95C672-2448-960B-5EF6-AEC9DBA04F57}"/>
                </a:ext>
              </a:extLst>
            </p:cNvPr>
            <p:cNvGrpSpPr/>
            <p:nvPr/>
          </p:nvGrpSpPr>
          <p:grpSpPr>
            <a:xfrm>
              <a:off x="1566192" y="3531593"/>
              <a:ext cx="449550" cy="706023"/>
              <a:chOff x="9280777" y="5523246"/>
              <a:chExt cx="696608" cy="1132375"/>
            </a:xfrm>
          </p:grpSpPr>
          <p:pic>
            <p:nvPicPr>
              <p:cNvPr id="122" name="Picture 121">
                <a:extLst>
                  <a:ext uri="{FF2B5EF4-FFF2-40B4-BE49-F238E27FC236}">
                    <a16:creationId xmlns:a16="http://schemas.microsoft.com/office/drawing/2014/main" id="{0F1002E7-0910-A856-F94D-4EA01E892D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26390" y="5753953"/>
                <a:ext cx="611935" cy="570476"/>
              </a:xfrm>
              <a:prstGeom prst="rect">
                <a:avLst/>
              </a:prstGeom>
            </p:spPr>
          </p:pic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610CE0D0-AF2F-3ACD-4166-9CF19023BD4C}"/>
                  </a:ext>
                </a:extLst>
              </p:cNvPr>
              <p:cNvSpPr/>
              <p:nvPr/>
            </p:nvSpPr>
            <p:spPr>
              <a:xfrm>
                <a:off x="9280777" y="5735133"/>
                <a:ext cx="685408" cy="64027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99"/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32CD4049-03B0-957C-6BC5-87668BA94C32}"/>
                  </a:ext>
                </a:extLst>
              </p:cNvPr>
              <p:cNvSpPr txBox="1"/>
              <p:nvPr/>
            </p:nvSpPr>
            <p:spPr>
              <a:xfrm>
                <a:off x="9742094" y="5527925"/>
                <a:ext cx="118734" cy="154261"/>
              </a:xfrm>
              <a:prstGeom prst="rect">
                <a:avLst/>
              </a:prstGeom>
              <a:noFill/>
            </p:spPr>
            <p:txBody>
              <a:bodyPr vert="vert" wrap="none" lIns="0" tIns="0" rIns="0" bIns="0" rtlCol="0">
                <a:spAutoFit/>
              </a:bodyPr>
              <a:lstStyle/>
              <a:p>
                <a:r>
                  <a:rPr lang="en-US" sz="498" dirty="0"/>
                  <a:t>LV2</a:t>
                </a: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32804D3F-089B-6FDC-73FC-35B25743CCB5}"/>
                  </a:ext>
                </a:extLst>
              </p:cNvPr>
              <p:cNvSpPr txBox="1"/>
              <p:nvPr/>
            </p:nvSpPr>
            <p:spPr>
              <a:xfrm>
                <a:off x="9847455" y="5527925"/>
                <a:ext cx="118734" cy="154261"/>
              </a:xfrm>
              <a:prstGeom prst="rect">
                <a:avLst/>
              </a:prstGeom>
              <a:noFill/>
            </p:spPr>
            <p:txBody>
              <a:bodyPr vert="vert" wrap="none" lIns="0" tIns="0" rIns="0" bIns="0" rtlCol="0">
                <a:spAutoFit/>
              </a:bodyPr>
              <a:lstStyle/>
              <a:p>
                <a:r>
                  <a:rPr lang="en-US" sz="498" dirty="0"/>
                  <a:t>LV1</a:t>
                </a: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8A8FC3FE-7D52-B97E-E212-68844119DEC4}"/>
                  </a:ext>
                </a:extLst>
              </p:cNvPr>
              <p:cNvSpPr txBox="1"/>
              <p:nvPr/>
            </p:nvSpPr>
            <p:spPr>
              <a:xfrm>
                <a:off x="9618982" y="5527925"/>
                <a:ext cx="118734" cy="102841"/>
              </a:xfrm>
              <a:prstGeom prst="rect">
                <a:avLst/>
              </a:prstGeom>
              <a:noFill/>
            </p:spPr>
            <p:txBody>
              <a:bodyPr vert="vert" wrap="none" lIns="0" tIns="0" rIns="0" bIns="0" rtlCol="0">
                <a:spAutoFit/>
              </a:bodyPr>
              <a:lstStyle/>
              <a:p>
                <a:r>
                  <a:rPr lang="en-US" sz="498" dirty="0"/>
                  <a:t>LV</a:t>
                </a:r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C421F32D-F062-2D1B-6B26-417DC57FE310}"/>
                  </a:ext>
                </a:extLst>
              </p:cNvPr>
              <p:cNvSpPr txBox="1"/>
              <p:nvPr/>
            </p:nvSpPr>
            <p:spPr>
              <a:xfrm>
                <a:off x="9520436" y="5523246"/>
                <a:ext cx="118734" cy="201851"/>
              </a:xfrm>
              <a:prstGeom prst="rect">
                <a:avLst/>
              </a:prstGeom>
              <a:noFill/>
            </p:spPr>
            <p:txBody>
              <a:bodyPr vert="vert" wrap="square" lIns="0" tIns="0" rIns="0" bIns="0" rtlCol="0">
                <a:spAutoFit/>
              </a:bodyPr>
              <a:lstStyle/>
              <a:p>
                <a:r>
                  <a:rPr lang="en-US" sz="498" dirty="0"/>
                  <a:t>GND</a:t>
                </a: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5A13792-BB57-84A2-8501-2308B00917F0}"/>
                  </a:ext>
                </a:extLst>
              </p:cNvPr>
              <p:cNvSpPr txBox="1"/>
              <p:nvPr/>
            </p:nvSpPr>
            <p:spPr>
              <a:xfrm>
                <a:off x="9406202" y="5528515"/>
                <a:ext cx="118734" cy="159798"/>
              </a:xfrm>
              <a:prstGeom prst="rect">
                <a:avLst/>
              </a:prstGeom>
              <a:noFill/>
            </p:spPr>
            <p:txBody>
              <a:bodyPr vert="vert" wrap="square" lIns="0" tIns="0" rIns="0" bIns="0" rtlCol="0">
                <a:spAutoFit/>
              </a:bodyPr>
              <a:lstStyle/>
              <a:p>
                <a:r>
                  <a:rPr lang="en-US" sz="498" dirty="0"/>
                  <a:t>LV3</a:t>
                </a: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DEB28B4E-B77D-1980-AC35-4549A0C88B80}"/>
                  </a:ext>
                </a:extLst>
              </p:cNvPr>
              <p:cNvSpPr txBox="1"/>
              <p:nvPr/>
            </p:nvSpPr>
            <p:spPr>
              <a:xfrm>
                <a:off x="9291966" y="5527925"/>
                <a:ext cx="118734" cy="159798"/>
              </a:xfrm>
              <a:prstGeom prst="rect">
                <a:avLst/>
              </a:prstGeom>
              <a:noFill/>
            </p:spPr>
            <p:txBody>
              <a:bodyPr vert="vert" wrap="square" lIns="0" tIns="0" rIns="0" bIns="0" rtlCol="0">
                <a:spAutoFit/>
              </a:bodyPr>
              <a:lstStyle/>
              <a:p>
                <a:r>
                  <a:rPr lang="en-US" sz="498" dirty="0"/>
                  <a:t>LV4</a:t>
                </a: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45CD5B79-4D4F-141E-32FD-8427AD7C3BD4}"/>
                  </a:ext>
                </a:extLst>
              </p:cNvPr>
              <p:cNvSpPr txBox="1"/>
              <p:nvPr/>
            </p:nvSpPr>
            <p:spPr>
              <a:xfrm>
                <a:off x="9753293" y="6424966"/>
                <a:ext cx="118734" cy="174829"/>
              </a:xfrm>
              <a:prstGeom prst="rect">
                <a:avLst/>
              </a:prstGeom>
              <a:noFill/>
            </p:spPr>
            <p:txBody>
              <a:bodyPr vert="vert" wrap="none" lIns="0" tIns="0" rIns="0" bIns="0" rtlCol="0">
                <a:spAutoFit/>
              </a:bodyPr>
              <a:lstStyle/>
              <a:p>
                <a:r>
                  <a:rPr lang="en-US" sz="498" dirty="0"/>
                  <a:t>HV2</a:t>
                </a: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2B3A971F-A08B-EB9D-AA38-81EE0F4C2CA5}"/>
                  </a:ext>
                </a:extLst>
              </p:cNvPr>
              <p:cNvSpPr txBox="1"/>
              <p:nvPr/>
            </p:nvSpPr>
            <p:spPr>
              <a:xfrm>
                <a:off x="9858651" y="6424966"/>
                <a:ext cx="118734" cy="174829"/>
              </a:xfrm>
              <a:prstGeom prst="rect">
                <a:avLst/>
              </a:prstGeom>
              <a:noFill/>
            </p:spPr>
            <p:txBody>
              <a:bodyPr vert="vert" wrap="none" lIns="0" tIns="0" rIns="0" bIns="0" rtlCol="0">
                <a:spAutoFit/>
              </a:bodyPr>
              <a:lstStyle/>
              <a:p>
                <a:r>
                  <a:rPr lang="en-US" sz="498" dirty="0"/>
                  <a:t>HV1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D39FC52F-C272-0694-D6A1-A65C8485FE75}"/>
                  </a:ext>
                </a:extLst>
              </p:cNvPr>
              <p:cNvSpPr txBox="1"/>
              <p:nvPr/>
            </p:nvSpPr>
            <p:spPr>
              <a:xfrm>
                <a:off x="9630182" y="6424966"/>
                <a:ext cx="118734" cy="123409"/>
              </a:xfrm>
              <a:prstGeom prst="rect">
                <a:avLst/>
              </a:prstGeom>
              <a:noFill/>
            </p:spPr>
            <p:txBody>
              <a:bodyPr vert="vert" wrap="none" lIns="0" tIns="0" rIns="0" bIns="0" rtlCol="0">
                <a:spAutoFit/>
              </a:bodyPr>
              <a:lstStyle/>
              <a:p>
                <a:r>
                  <a:rPr lang="en-US" sz="498" dirty="0"/>
                  <a:t>HV</a:t>
                </a: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EA82228F-A625-606A-1FCB-D9F4ADD8E8EC}"/>
                  </a:ext>
                </a:extLst>
              </p:cNvPr>
              <p:cNvSpPr txBox="1"/>
              <p:nvPr/>
            </p:nvSpPr>
            <p:spPr>
              <a:xfrm>
                <a:off x="9531635" y="6420287"/>
                <a:ext cx="118734" cy="201851"/>
              </a:xfrm>
              <a:prstGeom prst="rect">
                <a:avLst/>
              </a:prstGeom>
              <a:noFill/>
            </p:spPr>
            <p:txBody>
              <a:bodyPr vert="vert" wrap="square" lIns="0" tIns="0" rIns="0" bIns="0" rtlCol="0">
                <a:spAutoFit/>
              </a:bodyPr>
              <a:lstStyle/>
              <a:p>
                <a:r>
                  <a:rPr lang="en-US" sz="498" dirty="0"/>
                  <a:t>GND</a:t>
                </a: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5760CFCA-BE7B-BFE7-A0CD-FC0B69576020}"/>
                  </a:ext>
                </a:extLst>
              </p:cNvPr>
              <p:cNvSpPr txBox="1"/>
              <p:nvPr/>
            </p:nvSpPr>
            <p:spPr>
              <a:xfrm>
                <a:off x="9417399" y="6425554"/>
                <a:ext cx="118734" cy="230067"/>
              </a:xfrm>
              <a:prstGeom prst="rect">
                <a:avLst/>
              </a:prstGeom>
              <a:noFill/>
            </p:spPr>
            <p:txBody>
              <a:bodyPr vert="vert" wrap="square" lIns="0" tIns="0" rIns="0" bIns="0" rtlCol="0">
                <a:spAutoFit/>
              </a:bodyPr>
              <a:lstStyle/>
              <a:p>
                <a:r>
                  <a:rPr lang="en-US" sz="498" dirty="0"/>
                  <a:t>HV3</a:t>
                </a: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FB8EFAC3-24A8-9799-8845-4CEEFDF6446F}"/>
                  </a:ext>
                </a:extLst>
              </p:cNvPr>
              <p:cNvSpPr txBox="1"/>
              <p:nvPr/>
            </p:nvSpPr>
            <p:spPr>
              <a:xfrm>
                <a:off x="9311012" y="6421998"/>
                <a:ext cx="118734" cy="200137"/>
              </a:xfrm>
              <a:prstGeom prst="rect">
                <a:avLst/>
              </a:prstGeom>
              <a:noFill/>
            </p:spPr>
            <p:txBody>
              <a:bodyPr vert="vert" wrap="square" lIns="0" tIns="0" rIns="0" bIns="0" rtlCol="0">
                <a:spAutoFit/>
              </a:bodyPr>
              <a:lstStyle/>
              <a:p>
                <a:r>
                  <a:rPr lang="en-US" sz="498" dirty="0"/>
                  <a:t>HV4</a:t>
                </a:r>
              </a:p>
            </p:txBody>
          </p:sp>
        </p:grp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9A2E1986-1B1C-836A-6A83-F07A5E7620F1}"/>
                </a:ext>
              </a:extLst>
            </p:cNvPr>
            <p:cNvCxnSpPr>
              <a:cxnSpLocks/>
            </p:cNvCxnSpPr>
            <p:nvPr/>
          </p:nvCxnSpPr>
          <p:spPr>
            <a:xfrm>
              <a:off x="2498239" y="3067477"/>
              <a:ext cx="0" cy="422786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45AA4232-A28A-D1A2-319C-63EEE4EB34E8}"/>
                </a:ext>
              </a:extLst>
            </p:cNvPr>
            <p:cNvSpPr txBox="1"/>
            <p:nvPr/>
          </p:nvSpPr>
          <p:spPr>
            <a:xfrm>
              <a:off x="2432288" y="2968804"/>
              <a:ext cx="115416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Ch.1</a:t>
              </a:r>
            </a:p>
          </p:txBody>
        </p: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24C23073-BD5E-3D02-412A-F5A63F8180A5}"/>
                </a:ext>
              </a:extLst>
            </p:cNvPr>
            <p:cNvCxnSpPr>
              <a:cxnSpLocks/>
              <a:stCxn id="140" idx="0"/>
            </p:cNvCxnSpPr>
            <p:nvPr/>
          </p:nvCxnSpPr>
          <p:spPr>
            <a:xfrm>
              <a:off x="2429459" y="3107589"/>
              <a:ext cx="397" cy="387758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480FCE9E-0878-C2F2-C569-07113336DB1F}"/>
                </a:ext>
              </a:extLst>
            </p:cNvPr>
            <p:cNvSpPr txBox="1"/>
            <p:nvPr/>
          </p:nvSpPr>
          <p:spPr>
            <a:xfrm>
              <a:off x="2371750" y="3107589"/>
              <a:ext cx="115416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Ch.2</a:t>
              </a:r>
            </a:p>
          </p:txBody>
        </p: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E163DD8D-E64F-B11B-CF00-F89D41D25F6C}"/>
                </a:ext>
              </a:extLst>
            </p:cNvPr>
            <p:cNvCxnSpPr>
              <a:cxnSpLocks/>
            </p:cNvCxnSpPr>
            <p:nvPr/>
          </p:nvCxnSpPr>
          <p:spPr>
            <a:xfrm>
              <a:off x="2210604" y="3091445"/>
              <a:ext cx="0" cy="422786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7224BE70-A791-2B84-842C-56100042551C}"/>
                </a:ext>
              </a:extLst>
            </p:cNvPr>
            <p:cNvSpPr txBox="1"/>
            <p:nvPr/>
          </p:nvSpPr>
          <p:spPr>
            <a:xfrm>
              <a:off x="2130821" y="3001679"/>
              <a:ext cx="115416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Ch.3</a:t>
              </a:r>
            </a:p>
          </p:txBody>
        </p: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97439BD-C803-15B7-BBFB-C40ECAE6F597}"/>
                </a:ext>
              </a:extLst>
            </p:cNvPr>
            <p:cNvCxnSpPr>
              <a:cxnSpLocks/>
              <a:stCxn id="145" idx="2"/>
              <a:endCxn id="113" idx="0"/>
            </p:cNvCxnSpPr>
            <p:nvPr/>
          </p:nvCxnSpPr>
          <p:spPr>
            <a:xfrm>
              <a:off x="2131197" y="3252886"/>
              <a:ext cx="9589" cy="281624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62609BCA-B60A-009E-B5E4-46D21A306BC7}"/>
                </a:ext>
              </a:extLst>
            </p:cNvPr>
            <p:cNvSpPr txBox="1"/>
            <p:nvPr/>
          </p:nvSpPr>
          <p:spPr>
            <a:xfrm>
              <a:off x="2073489" y="3176262"/>
              <a:ext cx="115416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Ch.4</a:t>
              </a:r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C94638F8-C0D0-7B60-DA75-C5D3D69BBF93}"/>
                </a:ext>
              </a:extLst>
            </p:cNvPr>
            <p:cNvCxnSpPr>
              <a:cxnSpLocks/>
            </p:cNvCxnSpPr>
            <p:nvPr/>
          </p:nvCxnSpPr>
          <p:spPr>
            <a:xfrm>
              <a:off x="1958576" y="3102765"/>
              <a:ext cx="0" cy="422786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1F50EBFE-D0B4-E335-DAB5-C70BEF2B37ED}"/>
                </a:ext>
              </a:extLst>
            </p:cNvPr>
            <p:cNvSpPr txBox="1"/>
            <p:nvPr/>
          </p:nvSpPr>
          <p:spPr>
            <a:xfrm>
              <a:off x="1892623" y="3004091"/>
              <a:ext cx="115416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Ch.5</a:t>
              </a:r>
            </a:p>
          </p:txBody>
        </p: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CFAC14EF-0E82-8876-0C5B-49CB3ECF95A7}"/>
                </a:ext>
              </a:extLst>
            </p:cNvPr>
            <p:cNvCxnSpPr>
              <a:cxnSpLocks/>
            </p:cNvCxnSpPr>
            <p:nvPr/>
          </p:nvCxnSpPr>
          <p:spPr>
            <a:xfrm>
              <a:off x="1896340" y="3223561"/>
              <a:ext cx="1632" cy="290671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3261C91B-5DF2-880F-0629-DDF52743CB5A}"/>
                </a:ext>
              </a:extLst>
            </p:cNvPr>
            <p:cNvSpPr txBox="1"/>
            <p:nvPr/>
          </p:nvSpPr>
          <p:spPr>
            <a:xfrm>
              <a:off x="1818003" y="3145967"/>
              <a:ext cx="115416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Ch.6</a:t>
              </a:r>
            </a:p>
          </p:txBody>
        </p: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3B2FAF87-00AD-0FAD-96D9-4180FCADFB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48845" y="2669616"/>
              <a:ext cx="8791" cy="855719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A287862-0B12-E335-EF89-71083E4C0596}"/>
                </a:ext>
              </a:extLst>
            </p:cNvPr>
            <p:cNvSpPr txBox="1"/>
            <p:nvPr/>
          </p:nvSpPr>
          <p:spPr>
            <a:xfrm>
              <a:off x="2287156" y="2559269"/>
              <a:ext cx="117020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>
                  <a:solidFill>
                    <a:srgbClr val="FF0000"/>
                  </a:solidFill>
                </a:rPr>
                <a:t>3.3V</a:t>
              </a:r>
            </a:p>
          </p:txBody>
        </p: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8EAD5CA2-F22B-9AC2-8903-50B408AD6E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90897" y="2831605"/>
              <a:ext cx="11136" cy="67711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A3CEAC9C-5EDA-F5B5-EB39-6979801C770D}"/>
                </a:ext>
              </a:extLst>
            </p:cNvPr>
            <p:cNvSpPr txBox="1"/>
            <p:nvPr/>
          </p:nvSpPr>
          <p:spPr>
            <a:xfrm>
              <a:off x="2219915" y="2741559"/>
              <a:ext cx="121828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b="1" dirty="0"/>
                <a:t>GND</a:t>
              </a:r>
            </a:p>
          </p:txBody>
        </p: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3595C813-B1E5-B618-1380-835C9AB5B0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4886" y="2649149"/>
              <a:ext cx="8791" cy="855719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D7121749-2A30-4C3F-438D-84F96CAA8A9E}"/>
                </a:ext>
              </a:extLst>
            </p:cNvPr>
            <p:cNvSpPr txBox="1"/>
            <p:nvPr/>
          </p:nvSpPr>
          <p:spPr>
            <a:xfrm>
              <a:off x="1763197" y="2538801"/>
              <a:ext cx="117020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>
                  <a:solidFill>
                    <a:srgbClr val="FF0000"/>
                  </a:solidFill>
                </a:rPr>
                <a:t>3.3V</a:t>
              </a:r>
            </a:p>
          </p:txBody>
        </p: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39E1D203-B7C9-060E-09FD-1A01C5B0CE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3541" y="2826498"/>
              <a:ext cx="11136" cy="67711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BDF45D1A-70B8-2293-D538-F50492723CFD}"/>
                </a:ext>
              </a:extLst>
            </p:cNvPr>
            <p:cNvSpPr txBox="1"/>
            <p:nvPr/>
          </p:nvSpPr>
          <p:spPr>
            <a:xfrm>
              <a:off x="1682557" y="2736452"/>
              <a:ext cx="121828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b="1" dirty="0"/>
                <a:t>GND</a:t>
              </a:r>
            </a:p>
          </p:txBody>
        </p: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B7F7129F-371D-09B3-04CC-8185CD86D27D}"/>
                </a:ext>
              </a:extLst>
            </p:cNvPr>
            <p:cNvCxnSpPr>
              <a:cxnSpLocks/>
            </p:cNvCxnSpPr>
            <p:nvPr/>
          </p:nvCxnSpPr>
          <p:spPr>
            <a:xfrm>
              <a:off x="2499776" y="4216737"/>
              <a:ext cx="0" cy="908398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06F122D-5FF4-B936-2C97-D250A0C8A275}"/>
                </a:ext>
              </a:extLst>
            </p:cNvPr>
            <p:cNvSpPr txBox="1"/>
            <p:nvPr/>
          </p:nvSpPr>
          <p:spPr>
            <a:xfrm>
              <a:off x="2438239" y="4373408"/>
              <a:ext cx="115416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Ch.1</a:t>
              </a:r>
            </a:p>
          </p:txBody>
        </p: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EAE6291F-F84C-D37B-A7C1-8E170E7E45A4}"/>
                </a:ext>
              </a:extLst>
            </p:cNvPr>
            <p:cNvCxnSpPr>
              <a:cxnSpLocks/>
            </p:cNvCxnSpPr>
            <p:nvPr/>
          </p:nvCxnSpPr>
          <p:spPr>
            <a:xfrm>
              <a:off x="2429856" y="4216737"/>
              <a:ext cx="2432" cy="908398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9E521623-9A73-C728-EF46-02C13B587D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3486" y="4204764"/>
              <a:ext cx="1597" cy="920373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9F8217DE-27D0-F5C7-25ED-EE7568A8A35C}"/>
                </a:ext>
              </a:extLst>
            </p:cNvPr>
            <p:cNvCxnSpPr>
              <a:cxnSpLocks/>
            </p:cNvCxnSpPr>
            <p:nvPr/>
          </p:nvCxnSpPr>
          <p:spPr>
            <a:xfrm>
              <a:off x="2152034" y="4216736"/>
              <a:ext cx="1226" cy="926764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04B7A3FB-FAF0-7455-91E1-ED6408E8E5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87663" y="4216736"/>
              <a:ext cx="1707" cy="926764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7A662092-3C13-80FD-5711-91267B62C546}"/>
                </a:ext>
              </a:extLst>
            </p:cNvPr>
            <p:cNvCxnSpPr>
              <a:cxnSpLocks/>
            </p:cNvCxnSpPr>
            <p:nvPr/>
          </p:nvCxnSpPr>
          <p:spPr>
            <a:xfrm>
              <a:off x="1901416" y="4216737"/>
              <a:ext cx="4186" cy="908398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6466A998-F445-EF51-7526-6E403B64B786}"/>
                </a:ext>
              </a:extLst>
            </p:cNvPr>
            <p:cNvSpPr txBox="1"/>
            <p:nvPr/>
          </p:nvSpPr>
          <p:spPr>
            <a:xfrm>
              <a:off x="2367139" y="4256692"/>
              <a:ext cx="115416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Ch.2</a:t>
              </a: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F332B827-6C6E-0F2A-9447-C65452307E07}"/>
                </a:ext>
              </a:extLst>
            </p:cNvPr>
            <p:cNvSpPr txBox="1"/>
            <p:nvPr/>
          </p:nvSpPr>
          <p:spPr>
            <a:xfrm>
              <a:off x="2176464" y="4373408"/>
              <a:ext cx="115416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Ch.3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843E6610-5232-871E-7CE0-70F69F02B4AB}"/>
                </a:ext>
              </a:extLst>
            </p:cNvPr>
            <p:cNvSpPr txBox="1"/>
            <p:nvPr/>
          </p:nvSpPr>
          <p:spPr>
            <a:xfrm>
              <a:off x="2084997" y="4268255"/>
              <a:ext cx="115416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Ch.4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9D9706D0-AA29-3D38-5FFD-130EEE296222}"/>
                </a:ext>
              </a:extLst>
            </p:cNvPr>
            <p:cNvSpPr txBox="1"/>
            <p:nvPr/>
          </p:nvSpPr>
          <p:spPr>
            <a:xfrm>
              <a:off x="1933330" y="4373408"/>
              <a:ext cx="115416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Ch.5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307CC208-D8FB-99F1-0154-141EC648BDCD}"/>
                </a:ext>
              </a:extLst>
            </p:cNvPr>
            <p:cNvSpPr txBox="1"/>
            <p:nvPr/>
          </p:nvSpPr>
          <p:spPr>
            <a:xfrm>
              <a:off x="1841455" y="4277907"/>
              <a:ext cx="115416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Ch.6</a:t>
              </a: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ED911894-F05C-C842-FA44-41A40D05B2BB}"/>
                </a:ext>
              </a:extLst>
            </p:cNvPr>
            <p:cNvSpPr/>
            <p:nvPr/>
          </p:nvSpPr>
          <p:spPr>
            <a:xfrm>
              <a:off x="1634245" y="5087137"/>
              <a:ext cx="1132334" cy="19252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61" dirty="0">
                  <a:solidFill>
                    <a:schemeClr val="tx1"/>
                  </a:solidFill>
                </a:rPr>
                <a:t>Board Connector for input TTL signal</a:t>
              </a:r>
            </a:p>
          </p:txBody>
        </p: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137A2AC0-7302-173C-5E3F-7A1CED6BA85F}"/>
                </a:ext>
              </a:extLst>
            </p:cNvPr>
            <p:cNvGrpSpPr/>
            <p:nvPr/>
          </p:nvGrpSpPr>
          <p:grpSpPr>
            <a:xfrm>
              <a:off x="2353237" y="4202941"/>
              <a:ext cx="540926" cy="144656"/>
              <a:chOff x="11125200" y="6307078"/>
              <a:chExt cx="838200" cy="232011"/>
            </a:xfrm>
          </p:grpSpPr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32F83D48-FA37-FB21-1D2C-046576EE48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5200" y="6307078"/>
                <a:ext cx="0" cy="232011"/>
              </a:xfrm>
              <a:prstGeom prst="line">
                <a:avLst/>
              </a:prstGeom>
              <a:ln w="158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8742E37E-8547-B586-76F4-4E597676B1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125200" y="6539089"/>
                <a:ext cx="838200" cy="0"/>
              </a:xfrm>
              <a:prstGeom prst="line">
                <a:avLst/>
              </a:prstGeom>
              <a:ln w="158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0A4F0FAD-784F-DEFA-9493-0E4EC8721162}"/>
                </a:ext>
              </a:extLst>
            </p:cNvPr>
            <p:cNvSpPr txBox="1"/>
            <p:nvPr/>
          </p:nvSpPr>
          <p:spPr>
            <a:xfrm>
              <a:off x="2916720" y="4304026"/>
              <a:ext cx="68930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>
                  <a:solidFill>
                    <a:srgbClr val="FF0000"/>
                  </a:solidFill>
                </a:rPr>
                <a:t>5V</a:t>
              </a:r>
            </a:p>
          </p:txBody>
        </p: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C650856A-BD8D-7320-4D23-7D331DD22A38}"/>
                </a:ext>
              </a:extLst>
            </p:cNvPr>
            <p:cNvGrpSpPr/>
            <p:nvPr/>
          </p:nvGrpSpPr>
          <p:grpSpPr>
            <a:xfrm>
              <a:off x="1188497" y="4176024"/>
              <a:ext cx="636895" cy="176381"/>
              <a:chOff x="6289330" y="6843355"/>
              <a:chExt cx="986911" cy="282892"/>
            </a:xfrm>
          </p:grpSpPr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07CC9FA5-0260-F616-5ED5-18B15FED61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6241" y="6843355"/>
                <a:ext cx="0" cy="232011"/>
              </a:xfrm>
              <a:prstGeom prst="line">
                <a:avLst/>
              </a:prstGeom>
              <a:ln w="158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3C8F5628-4649-3595-2F63-B33C264999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38041" y="7066197"/>
                <a:ext cx="838200" cy="0"/>
              </a:xfrm>
              <a:prstGeom prst="line">
                <a:avLst/>
              </a:prstGeom>
              <a:ln w="158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D2FE6E2D-2DB0-EE5D-04BF-A8B9694B17E7}"/>
                  </a:ext>
                </a:extLst>
              </p:cNvPr>
              <p:cNvSpPr txBox="1"/>
              <p:nvPr/>
            </p:nvSpPr>
            <p:spPr>
              <a:xfrm>
                <a:off x="6289330" y="7003352"/>
                <a:ext cx="161138" cy="12289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498" dirty="0">
                    <a:solidFill>
                      <a:srgbClr val="FF0000"/>
                    </a:solidFill>
                  </a:rPr>
                  <a:t>5V</a:t>
                </a:r>
              </a:p>
            </p:txBody>
          </p:sp>
        </p:grp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576888E6-E869-D2A7-0EA7-985F671A534E}"/>
                </a:ext>
              </a:extLst>
            </p:cNvPr>
            <p:cNvGrpSpPr/>
            <p:nvPr/>
          </p:nvGrpSpPr>
          <p:grpSpPr>
            <a:xfrm>
              <a:off x="2300629" y="4212377"/>
              <a:ext cx="825391" cy="242150"/>
              <a:chOff x="11125200" y="6307078"/>
              <a:chExt cx="838200" cy="232011"/>
            </a:xfrm>
          </p:grpSpPr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00C7A6D6-E622-D2F1-70D5-70CCCDD37D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5200" y="6307078"/>
                <a:ext cx="0" cy="232011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7B36DBBC-A960-361D-7227-8E78F578BC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125200" y="6539089"/>
                <a:ext cx="838200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BA40B5B9-3D50-DBF3-BE69-14AC9199BF9D}"/>
                </a:ext>
              </a:extLst>
            </p:cNvPr>
            <p:cNvSpPr txBox="1"/>
            <p:nvPr/>
          </p:nvSpPr>
          <p:spPr>
            <a:xfrm>
              <a:off x="3162596" y="4416402"/>
              <a:ext cx="121828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GND</a:t>
              </a:r>
            </a:p>
          </p:txBody>
        </p: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F4AC1521-CFAA-7DB8-9762-9002CF140FC0}"/>
                </a:ext>
              </a:extLst>
            </p:cNvPr>
            <p:cNvCxnSpPr>
              <a:cxnSpLocks/>
            </p:cNvCxnSpPr>
            <p:nvPr/>
          </p:nvCxnSpPr>
          <p:spPr>
            <a:xfrm>
              <a:off x="1767035" y="4228204"/>
              <a:ext cx="0" cy="18819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B4447A8C-7FE9-0104-E8D1-07FE7F34CC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15247" y="4413311"/>
              <a:ext cx="449428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AAE6A3E0-CD02-F4AC-E058-87F227A7C871}"/>
                </a:ext>
              </a:extLst>
            </p:cNvPr>
            <p:cNvSpPr txBox="1"/>
            <p:nvPr/>
          </p:nvSpPr>
          <p:spPr>
            <a:xfrm>
              <a:off x="1169084" y="4373408"/>
              <a:ext cx="121828" cy="76624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98" dirty="0"/>
                <a:t>GND</a:t>
              </a:r>
            </a:p>
          </p:txBody>
        </p: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E0354879-19C5-557D-BEF2-CFC6389C950A}"/>
                </a:ext>
              </a:extLst>
            </p:cNvPr>
            <p:cNvSpPr txBox="1"/>
            <p:nvPr/>
          </p:nvSpPr>
          <p:spPr>
            <a:xfrm>
              <a:off x="2655460" y="3606498"/>
              <a:ext cx="707213" cy="696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61" b="1" dirty="0"/>
                <a:t>4 Channel I2C Logic Level Converter Bi-Directional Module 5v To 3.3v</a:t>
              </a:r>
            </a:p>
            <a:p>
              <a:endParaRPr lang="en-US" sz="561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504BF4E-B26C-C2B7-A31D-CE14E4CFB7D7}"/>
                </a:ext>
              </a:extLst>
            </p:cNvPr>
            <p:cNvSpPr/>
            <p:nvPr/>
          </p:nvSpPr>
          <p:spPr>
            <a:xfrm>
              <a:off x="111815" y="5715001"/>
              <a:ext cx="1132334" cy="19252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61" dirty="0">
                  <a:solidFill>
                    <a:schemeClr val="tx1"/>
                  </a:solidFill>
                </a:rPr>
                <a:t>Board Connector for input (non TTL) signal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BE00298-6AC8-8110-D389-CA3E3A6D40C7}"/>
                </a:ext>
              </a:extLst>
            </p:cNvPr>
            <p:cNvSpPr/>
            <p:nvPr/>
          </p:nvSpPr>
          <p:spPr>
            <a:xfrm>
              <a:off x="116036" y="5047239"/>
              <a:ext cx="1132334" cy="19252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61" dirty="0">
                  <a:solidFill>
                    <a:schemeClr val="tx1"/>
                  </a:solidFill>
                </a:rPr>
                <a:t>74LS14 (Schmitt Trigger)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B413AAC-0112-AD52-1E22-F3A2F14C168C}"/>
                </a:ext>
              </a:extLst>
            </p:cNvPr>
            <p:cNvCxnSpPr>
              <a:cxnSpLocks/>
            </p:cNvCxnSpPr>
            <p:nvPr/>
          </p:nvCxnSpPr>
          <p:spPr>
            <a:xfrm>
              <a:off x="1066800" y="5239762"/>
              <a:ext cx="0" cy="475238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C0BEBE9-E977-2761-4895-3D13366ACE35}"/>
                </a:ext>
              </a:extLst>
            </p:cNvPr>
            <p:cNvCxnSpPr>
              <a:cxnSpLocks/>
            </p:cNvCxnSpPr>
            <p:nvPr/>
          </p:nvCxnSpPr>
          <p:spPr>
            <a:xfrm>
              <a:off x="949939" y="5232766"/>
              <a:ext cx="2432" cy="482237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9E12409-BEFF-D999-0F5A-ADA0F6F999B3}"/>
                </a:ext>
              </a:extLst>
            </p:cNvPr>
            <p:cNvCxnSpPr>
              <a:cxnSpLocks/>
            </p:cNvCxnSpPr>
            <p:nvPr/>
          </p:nvCxnSpPr>
          <p:spPr>
            <a:xfrm>
              <a:off x="840373" y="5231674"/>
              <a:ext cx="0" cy="483326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E6C1AB9-387D-81BE-BA94-1A4107584604}"/>
                </a:ext>
              </a:extLst>
            </p:cNvPr>
            <p:cNvCxnSpPr>
              <a:cxnSpLocks/>
            </p:cNvCxnSpPr>
            <p:nvPr/>
          </p:nvCxnSpPr>
          <p:spPr>
            <a:xfrm>
              <a:off x="569805" y="5230579"/>
              <a:ext cx="2787" cy="477890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AB9A8F7-AA39-A094-7BC0-7B28A8B12EFB}"/>
                </a:ext>
              </a:extLst>
            </p:cNvPr>
            <p:cNvCxnSpPr>
              <a:cxnSpLocks/>
            </p:cNvCxnSpPr>
            <p:nvPr/>
          </p:nvCxnSpPr>
          <p:spPr>
            <a:xfrm>
              <a:off x="424360" y="5239762"/>
              <a:ext cx="6119" cy="475238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A786EB4-CC19-B66C-CA5D-271CA9E78CDF}"/>
                </a:ext>
              </a:extLst>
            </p:cNvPr>
            <p:cNvCxnSpPr>
              <a:cxnSpLocks/>
            </p:cNvCxnSpPr>
            <p:nvPr/>
          </p:nvCxnSpPr>
          <p:spPr>
            <a:xfrm>
              <a:off x="244787" y="5227315"/>
              <a:ext cx="0" cy="487687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966CF9E-250C-053A-FF5E-6A89A7318408}"/>
                </a:ext>
              </a:extLst>
            </p:cNvPr>
            <p:cNvSpPr txBox="1"/>
            <p:nvPr/>
          </p:nvSpPr>
          <p:spPr>
            <a:xfrm>
              <a:off x="843631" y="5230581"/>
              <a:ext cx="313531" cy="1229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799" dirty="0"/>
                <a:t>1   3   5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7676017-4FDC-4C8D-2C22-12E93B75757A}"/>
                </a:ext>
              </a:extLst>
            </p:cNvPr>
            <p:cNvSpPr txBox="1"/>
            <p:nvPr/>
          </p:nvSpPr>
          <p:spPr>
            <a:xfrm>
              <a:off x="265894" y="5227315"/>
              <a:ext cx="478656" cy="1229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799" dirty="0"/>
                <a:t>11   13   9</a:t>
              </a: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F995B2A-006A-4EAC-88AD-410B2D5992D5}"/>
                </a:ext>
              </a:extLst>
            </p:cNvPr>
            <p:cNvCxnSpPr>
              <a:cxnSpLocks/>
            </p:cNvCxnSpPr>
            <p:nvPr/>
          </p:nvCxnSpPr>
          <p:spPr>
            <a:xfrm>
              <a:off x="1070970" y="4922379"/>
              <a:ext cx="99" cy="122415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74961B9-9DE7-E09E-4492-96D578FE23EB}"/>
                </a:ext>
              </a:extLst>
            </p:cNvPr>
            <p:cNvCxnSpPr>
              <a:cxnSpLocks/>
            </p:cNvCxnSpPr>
            <p:nvPr/>
          </p:nvCxnSpPr>
          <p:spPr>
            <a:xfrm>
              <a:off x="956637" y="4876800"/>
              <a:ext cx="0" cy="167992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12CB2BF-41C2-CC20-0D0B-A7811765E6FA}"/>
                </a:ext>
              </a:extLst>
            </p:cNvPr>
            <p:cNvCxnSpPr>
              <a:cxnSpLocks/>
            </p:cNvCxnSpPr>
            <p:nvPr/>
          </p:nvCxnSpPr>
          <p:spPr>
            <a:xfrm>
              <a:off x="844638" y="4800600"/>
              <a:ext cx="0" cy="244192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84431A9-3C9F-3104-8B0B-02526212EC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7693" y="4928212"/>
              <a:ext cx="1430549" cy="0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AADB1577-806D-A8EE-F665-100F961F64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6638" y="4876800"/>
              <a:ext cx="1483072" cy="0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1A5B0FDE-487C-1D3A-3D15-7487EC3CB0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0373" y="4800600"/>
              <a:ext cx="1392509" cy="0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EF10BB43-5686-AE8F-1EF1-1305287076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9805" y="4724400"/>
              <a:ext cx="1573725" cy="0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5B7F083-B0E6-4568-6F37-DF5E0FB577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358" y="4648200"/>
              <a:ext cx="1561328" cy="0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AC169177-B3BF-0EB8-3283-E46F1BC9A4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601" y="4572001"/>
              <a:ext cx="1672817" cy="0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F01706EB-5573-6025-2E61-8C71F42B92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946" y="4724400"/>
              <a:ext cx="8007" cy="304800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4C319E33-1A53-2822-7006-9EA2F7ED4E08}"/>
                </a:ext>
              </a:extLst>
            </p:cNvPr>
            <p:cNvCxnSpPr>
              <a:cxnSpLocks/>
            </p:cNvCxnSpPr>
            <p:nvPr/>
          </p:nvCxnSpPr>
          <p:spPr>
            <a:xfrm>
              <a:off x="437733" y="4654734"/>
              <a:ext cx="0" cy="390293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D03D2777-B862-B577-A79A-88F37A08C239}"/>
                </a:ext>
              </a:extLst>
            </p:cNvPr>
            <p:cNvCxnSpPr>
              <a:cxnSpLocks/>
            </p:cNvCxnSpPr>
            <p:nvPr/>
          </p:nvCxnSpPr>
          <p:spPr>
            <a:xfrm>
              <a:off x="244787" y="4572002"/>
              <a:ext cx="0" cy="473025"/>
            </a:xfrm>
            <a:prstGeom prst="line">
              <a:avLst/>
            </a:prstGeom>
            <a:ln w="158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8591EA8A-38B4-D654-B826-1BC5AE641039}"/>
                </a:ext>
              </a:extLst>
            </p:cNvPr>
            <p:cNvSpPr txBox="1"/>
            <p:nvPr/>
          </p:nvSpPr>
          <p:spPr>
            <a:xfrm>
              <a:off x="867714" y="4919536"/>
              <a:ext cx="313531" cy="1229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799" dirty="0"/>
                <a:t>2   4   6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30DBC0DD-3F93-DCFD-78BF-7DACD4944F34}"/>
                </a:ext>
              </a:extLst>
            </p:cNvPr>
            <p:cNvSpPr txBox="1"/>
            <p:nvPr/>
          </p:nvSpPr>
          <p:spPr>
            <a:xfrm>
              <a:off x="278934" y="4915109"/>
              <a:ext cx="455043" cy="1229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799" dirty="0"/>
                <a:t>10   12   8</a:t>
              </a:r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E7D4692D-A11F-0544-8C67-5F905EF64B18}"/>
                </a:ext>
              </a:extLst>
            </p:cNvPr>
            <p:cNvSpPr/>
            <p:nvPr/>
          </p:nvSpPr>
          <p:spPr>
            <a:xfrm>
              <a:off x="2461381" y="4892880"/>
              <a:ext cx="71973" cy="7946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AA3C8E1F-EE19-72C0-9E0A-17642CD02433}"/>
                </a:ext>
              </a:extLst>
            </p:cNvPr>
            <p:cNvSpPr/>
            <p:nvPr/>
          </p:nvSpPr>
          <p:spPr>
            <a:xfrm>
              <a:off x="2387229" y="4826231"/>
              <a:ext cx="71973" cy="7946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6BA6CDE9-C16D-D730-0642-FDDF2B10E676}"/>
                </a:ext>
              </a:extLst>
            </p:cNvPr>
            <p:cNvSpPr/>
            <p:nvPr/>
          </p:nvSpPr>
          <p:spPr>
            <a:xfrm>
              <a:off x="2188802" y="4757609"/>
              <a:ext cx="71973" cy="7946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223D8C32-13A4-F1B9-C3D3-72D593569BDC}"/>
                </a:ext>
              </a:extLst>
            </p:cNvPr>
            <p:cNvSpPr/>
            <p:nvPr/>
          </p:nvSpPr>
          <p:spPr>
            <a:xfrm>
              <a:off x="2118513" y="4684665"/>
              <a:ext cx="71973" cy="7946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B7EBE222-F8DF-01D3-E793-2E3ABB8EDEFB}"/>
                </a:ext>
              </a:extLst>
            </p:cNvPr>
            <p:cNvSpPr/>
            <p:nvPr/>
          </p:nvSpPr>
          <p:spPr>
            <a:xfrm>
              <a:off x="1948260" y="4611029"/>
              <a:ext cx="71973" cy="7946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8E895896-501D-0FFA-DBC7-BAFAF8D58A11}"/>
                </a:ext>
              </a:extLst>
            </p:cNvPr>
            <p:cNvSpPr/>
            <p:nvPr/>
          </p:nvSpPr>
          <p:spPr>
            <a:xfrm>
              <a:off x="1866969" y="4539842"/>
              <a:ext cx="71973" cy="7946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4559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527</TotalTime>
  <Words>223</Words>
  <Application>Microsoft Office PowerPoint</Application>
  <PresentationFormat>A4 Paper (210x297 mm)</PresentationFormat>
  <Paragraphs>113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CHEBRON</dc:creator>
  <cp:lastModifiedBy>CHEBRON</cp:lastModifiedBy>
  <cp:revision>48</cp:revision>
  <cp:lastPrinted>2025-11-07T04:36:22Z</cp:lastPrinted>
  <dcterms:created xsi:type="dcterms:W3CDTF">2025-11-05T07:39:07Z</dcterms:created>
  <dcterms:modified xsi:type="dcterms:W3CDTF">2025-11-07T08:20:19Z</dcterms:modified>
</cp:coreProperties>
</file>